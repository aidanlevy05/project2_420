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9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A4CAAA-C23B-4FD2-89BA-8C4242EEEDC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39DEA57-7EF7-4682-B069-6240195D7229}">
      <dgm:prSet/>
      <dgm:spPr/>
      <dgm:t>
        <a:bodyPr/>
        <a:lstStyle/>
        <a:p>
          <a:r>
            <a:rPr lang="en-US"/>
            <a:t>Git is the </a:t>
          </a:r>
          <a:r>
            <a:rPr lang="en-US" b="1"/>
            <a:t>version control system</a:t>
          </a:r>
          <a:r>
            <a:rPr lang="en-US"/>
            <a:t> that powers GitHub</a:t>
          </a:r>
        </a:p>
      </dgm:t>
    </dgm:pt>
    <dgm:pt modelId="{02F164CE-B22F-4AB2-8CDC-C751C79F2C4D}" type="parTrans" cxnId="{82B1375F-E427-4BF5-B181-87E24207AB3C}">
      <dgm:prSet/>
      <dgm:spPr/>
      <dgm:t>
        <a:bodyPr/>
        <a:lstStyle/>
        <a:p>
          <a:endParaRPr lang="en-US"/>
        </a:p>
      </dgm:t>
    </dgm:pt>
    <dgm:pt modelId="{9C220A95-472D-42D8-889B-F48D8C68D73F}" type="sibTrans" cxnId="{82B1375F-E427-4BF5-B181-87E24207AB3C}">
      <dgm:prSet/>
      <dgm:spPr/>
      <dgm:t>
        <a:bodyPr/>
        <a:lstStyle/>
        <a:p>
          <a:endParaRPr lang="en-US"/>
        </a:p>
      </dgm:t>
    </dgm:pt>
    <dgm:pt modelId="{428227DB-8C49-4DFB-B2EB-5614ADD34803}">
      <dgm:prSet/>
      <dgm:spPr/>
      <dgm:t>
        <a:bodyPr/>
        <a:lstStyle/>
        <a:p>
          <a:r>
            <a:rPr lang="en-US"/>
            <a:t>Keeps snapshots of code over time</a:t>
          </a:r>
        </a:p>
      </dgm:t>
    </dgm:pt>
    <dgm:pt modelId="{AFA06284-5EDE-4747-8461-71C9AA376940}" type="parTrans" cxnId="{0A9E05FC-4D08-45DE-B055-40C9D20C520C}">
      <dgm:prSet/>
      <dgm:spPr/>
      <dgm:t>
        <a:bodyPr/>
        <a:lstStyle/>
        <a:p>
          <a:endParaRPr lang="en-US"/>
        </a:p>
      </dgm:t>
    </dgm:pt>
    <dgm:pt modelId="{B47B3E7E-E8F8-4D52-B5E3-5F3CDE8A8B30}" type="sibTrans" cxnId="{0A9E05FC-4D08-45DE-B055-40C9D20C520C}">
      <dgm:prSet/>
      <dgm:spPr/>
      <dgm:t>
        <a:bodyPr/>
        <a:lstStyle/>
        <a:p>
          <a:endParaRPr lang="en-US"/>
        </a:p>
      </dgm:t>
    </dgm:pt>
    <dgm:pt modelId="{37F95D56-E957-4C4A-9A7B-84CBDD4EC553}">
      <dgm:prSet/>
      <dgm:spPr/>
      <dgm:t>
        <a:bodyPr/>
        <a:lstStyle/>
        <a:p>
          <a:r>
            <a:rPr lang="en-US"/>
            <a:t>Allows you to </a:t>
          </a:r>
          <a:r>
            <a:rPr lang="en-US" b="1"/>
            <a:t>revert</a:t>
          </a:r>
          <a:r>
            <a:rPr lang="en-US"/>
            <a:t>, </a:t>
          </a:r>
          <a:r>
            <a:rPr lang="en-US" b="1"/>
            <a:t>branch</a:t>
          </a:r>
          <a:r>
            <a:rPr lang="en-US"/>
            <a:t>, and </a:t>
          </a:r>
          <a:r>
            <a:rPr lang="en-US" b="1"/>
            <a:t>merge</a:t>
          </a:r>
          <a:r>
            <a:rPr lang="en-US"/>
            <a:t> safely</a:t>
          </a:r>
        </a:p>
      </dgm:t>
    </dgm:pt>
    <dgm:pt modelId="{995D0C85-2C7B-4E74-8362-B91C81D320E5}" type="parTrans" cxnId="{C8BBA06E-57D1-4BD6-BF20-730332F06810}">
      <dgm:prSet/>
      <dgm:spPr/>
      <dgm:t>
        <a:bodyPr/>
        <a:lstStyle/>
        <a:p>
          <a:endParaRPr lang="en-US"/>
        </a:p>
      </dgm:t>
    </dgm:pt>
    <dgm:pt modelId="{6A9DE066-4681-416F-8673-C0E5C75EB98D}" type="sibTrans" cxnId="{C8BBA06E-57D1-4BD6-BF20-730332F06810}">
      <dgm:prSet/>
      <dgm:spPr/>
      <dgm:t>
        <a:bodyPr/>
        <a:lstStyle/>
        <a:p>
          <a:endParaRPr lang="en-US"/>
        </a:p>
      </dgm:t>
    </dgm:pt>
    <dgm:pt modelId="{47BEEF06-9E56-4CB7-9E73-5D6257B2A55C}">
      <dgm:prSet/>
      <dgm:spPr/>
      <dgm:t>
        <a:bodyPr/>
        <a:lstStyle/>
        <a:p>
          <a:r>
            <a:rPr lang="en-US"/>
            <a:t>Runs locally — GitHub is just the </a:t>
          </a:r>
          <a:r>
            <a:rPr lang="en-US" b="1"/>
            <a:t>cloud hosting layer</a:t>
          </a:r>
          <a:endParaRPr lang="en-US"/>
        </a:p>
      </dgm:t>
    </dgm:pt>
    <dgm:pt modelId="{3CB92F8D-66AE-465C-A512-703F00951439}" type="parTrans" cxnId="{93D1944C-0F3B-4563-8B35-1BD1ABC29F28}">
      <dgm:prSet/>
      <dgm:spPr/>
      <dgm:t>
        <a:bodyPr/>
        <a:lstStyle/>
        <a:p>
          <a:endParaRPr lang="en-US"/>
        </a:p>
      </dgm:t>
    </dgm:pt>
    <dgm:pt modelId="{451DB7A6-6B68-4FBE-BC59-A72B652891A4}" type="sibTrans" cxnId="{93D1944C-0F3B-4563-8B35-1BD1ABC29F28}">
      <dgm:prSet/>
      <dgm:spPr/>
      <dgm:t>
        <a:bodyPr/>
        <a:lstStyle/>
        <a:p>
          <a:endParaRPr lang="en-US"/>
        </a:p>
      </dgm:t>
    </dgm:pt>
    <dgm:pt modelId="{04EB5AA6-7A99-4AA9-BDE8-42F276B11284}" type="pres">
      <dgm:prSet presAssocID="{62A4CAAA-C23B-4FD2-89BA-8C4242EEEDCE}" presName="root" presStyleCnt="0">
        <dgm:presLayoutVars>
          <dgm:dir/>
          <dgm:resizeHandles val="exact"/>
        </dgm:presLayoutVars>
      </dgm:prSet>
      <dgm:spPr/>
    </dgm:pt>
    <dgm:pt modelId="{0757CB1C-BBDC-4F03-9E63-F083A87FDE5D}" type="pres">
      <dgm:prSet presAssocID="{62A4CAAA-C23B-4FD2-89BA-8C4242EEEDCE}" presName="container" presStyleCnt="0">
        <dgm:presLayoutVars>
          <dgm:dir/>
          <dgm:resizeHandles val="exact"/>
        </dgm:presLayoutVars>
      </dgm:prSet>
      <dgm:spPr/>
    </dgm:pt>
    <dgm:pt modelId="{5247C79A-DDCB-45AE-A3BD-5B13B3C7CC2A}" type="pres">
      <dgm:prSet presAssocID="{F39DEA57-7EF7-4682-B069-6240195D7229}" presName="compNode" presStyleCnt="0"/>
      <dgm:spPr/>
    </dgm:pt>
    <dgm:pt modelId="{40A835C1-8D55-463D-B316-E18F659B8102}" type="pres">
      <dgm:prSet presAssocID="{F39DEA57-7EF7-4682-B069-6240195D7229}" presName="iconBgRect" presStyleLbl="bgShp" presStyleIdx="0" presStyleCnt="4"/>
      <dgm:spPr/>
    </dgm:pt>
    <dgm:pt modelId="{6E8428D8-AD21-4F0C-A014-138B35247ED2}" type="pres">
      <dgm:prSet presAssocID="{F39DEA57-7EF7-4682-B069-6240195D722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9338BC30-BDFD-41B4-8ED4-CD2964A092FB}" type="pres">
      <dgm:prSet presAssocID="{F39DEA57-7EF7-4682-B069-6240195D7229}" presName="spaceRect" presStyleCnt="0"/>
      <dgm:spPr/>
    </dgm:pt>
    <dgm:pt modelId="{706469D1-3D46-40F5-BB4B-0602D8A57895}" type="pres">
      <dgm:prSet presAssocID="{F39DEA57-7EF7-4682-B069-6240195D7229}" presName="textRect" presStyleLbl="revTx" presStyleIdx="0" presStyleCnt="4">
        <dgm:presLayoutVars>
          <dgm:chMax val="1"/>
          <dgm:chPref val="1"/>
        </dgm:presLayoutVars>
      </dgm:prSet>
      <dgm:spPr/>
    </dgm:pt>
    <dgm:pt modelId="{F5565E5F-3246-40EA-935A-9FC597DB5371}" type="pres">
      <dgm:prSet presAssocID="{9C220A95-472D-42D8-889B-F48D8C68D73F}" presName="sibTrans" presStyleLbl="sibTrans2D1" presStyleIdx="0" presStyleCnt="0"/>
      <dgm:spPr/>
    </dgm:pt>
    <dgm:pt modelId="{0398E180-DF9D-44E0-8083-395FB6B0A35F}" type="pres">
      <dgm:prSet presAssocID="{428227DB-8C49-4DFB-B2EB-5614ADD34803}" presName="compNode" presStyleCnt="0"/>
      <dgm:spPr/>
    </dgm:pt>
    <dgm:pt modelId="{8E660238-5566-419F-AFF2-F7F801F721D5}" type="pres">
      <dgm:prSet presAssocID="{428227DB-8C49-4DFB-B2EB-5614ADD34803}" presName="iconBgRect" presStyleLbl="bgShp" presStyleIdx="1" presStyleCnt="4"/>
      <dgm:spPr/>
    </dgm:pt>
    <dgm:pt modelId="{CECCA109-4338-44C4-81E9-2EF6CE451D3E}" type="pres">
      <dgm:prSet presAssocID="{428227DB-8C49-4DFB-B2EB-5614ADD3480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813446C4-9BF2-462D-8A69-4989C1B0C5B5}" type="pres">
      <dgm:prSet presAssocID="{428227DB-8C49-4DFB-B2EB-5614ADD34803}" presName="spaceRect" presStyleCnt="0"/>
      <dgm:spPr/>
    </dgm:pt>
    <dgm:pt modelId="{ACF225F4-1DC0-4A50-B0F1-93A4340A1E01}" type="pres">
      <dgm:prSet presAssocID="{428227DB-8C49-4DFB-B2EB-5614ADD34803}" presName="textRect" presStyleLbl="revTx" presStyleIdx="1" presStyleCnt="4">
        <dgm:presLayoutVars>
          <dgm:chMax val="1"/>
          <dgm:chPref val="1"/>
        </dgm:presLayoutVars>
      </dgm:prSet>
      <dgm:spPr/>
    </dgm:pt>
    <dgm:pt modelId="{BB0D2366-2086-4F9B-9C82-E7C15AB54762}" type="pres">
      <dgm:prSet presAssocID="{B47B3E7E-E8F8-4D52-B5E3-5F3CDE8A8B30}" presName="sibTrans" presStyleLbl="sibTrans2D1" presStyleIdx="0" presStyleCnt="0"/>
      <dgm:spPr/>
    </dgm:pt>
    <dgm:pt modelId="{00434BBC-0E84-4B61-ACE2-2176DB3AC347}" type="pres">
      <dgm:prSet presAssocID="{37F95D56-E957-4C4A-9A7B-84CBDD4EC553}" presName="compNode" presStyleCnt="0"/>
      <dgm:spPr/>
    </dgm:pt>
    <dgm:pt modelId="{2F2E6160-D173-495C-BE34-30332FC1893D}" type="pres">
      <dgm:prSet presAssocID="{37F95D56-E957-4C4A-9A7B-84CBDD4EC553}" presName="iconBgRect" presStyleLbl="bgShp" presStyleIdx="2" presStyleCnt="4"/>
      <dgm:spPr/>
    </dgm:pt>
    <dgm:pt modelId="{8CFC02A5-AD43-487A-BF69-7DA2B7F6BDAA}" type="pres">
      <dgm:prSet presAssocID="{37F95D56-E957-4C4A-9A7B-84CBDD4EC55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E5E8B45A-A78F-4734-B0F1-DCDE6CD84AC5}" type="pres">
      <dgm:prSet presAssocID="{37F95D56-E957-4C4A-9A7B-84CBDD4EC553}" presName="spaceRect" presStyleCnt="0"/>
      <dgm:spPr/>
    </dgm:pt>
    <dgm:pt modelId="{D61C2115-D319-49D4-9CD1-DE1CA0D1D359}" type="pres">
      <dgm:prSet presAssocID="{37F95D56-E957-4C4A-9A7B-84CBDD4EC553}" presName="textRect" presStyleLbl="revTx" presStyleIdx="2" presStyleCnt="4">
        <dgm:presLayoutVars>
          <dgm:chMax val="1"/>
          <dgm:chPref val="1"/>
        </dgm:presLayoutVars>
      </dgm:prSet>
      <dgm:spPr/>
    </dgm:pt>
    <dgm:pt modelId="{BAC85A89-57E1-49A5-BECF-6B837B9C8AC0}" type="pres">
      <dgm:prSet presAssocID="{6A9DE066-4681-416F-8673-C0E5C75EB98D}" presName="sibTrans" presStyleLbl="sibTrans2D1" presStyleIdx="0" presStyleCnt="0"/>
      <dgm:spPr/>
    </dgm:pt>
    <dgm:pt modelId="{4F8427AC-36FD-48ED-BF01-021E70F64567}" type="pres">
      <dgm:prSet presAssocID="{47BEEF06-9E56-4CB7-9E73-5D6257B2A55C}" presName="compNode" presStyleCnt="0"/>
      <dgm:spPr/>
    </dgm:pt>
    <dgm:pt modelId="{9098979F-97D3-464D-B473-25B69B584453}" type="pres">
      <dgm:prSet presAssocID="{47BEEF06-9E56-4CB7-9E73-5D6257B2A55C}" presName="iconBgRect" presStyleLbl="bgShp" presStyleIdx="3" presStyleCnt="4"/>
      <dgm:spPr/>
    </dgm:pt>
    <dgm:pt modelId="{CB91F232-9352-419C-8DFA-7BD4FA456D28}" type="pres">
      <dgm:prSet presAssocID="{47BEEF06-9E56-4CB7-9E73-5D6257B2A55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E1BB99C5-7781-4B36-AFB2-CA12F28FF5DE}" type="pres">
      <dgm:prSet presAssocID="{47BEEF06-9E56-4CB7-9E73-5D6257B2A55C}" presName="spaceRect" presStyleCnt="0"/>
      <dgm:spPr/>
    </dgm:pt>
    <dgm:pt modelId="{F3C1D411-FA72-4044-BA93-9EBA7B38F3F8}" type="pres">
      <dgm:prSet presAssocID="{47BEEF06-9E56-4CB7-9E73-5D6257B2A55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0B88701-8AE4-48A9-B0F7-B5E251083E4F}" type="presOf" srcId="{6A9DE066-4681-416F-8673-C0E5C75EB98D}" destId="{BAC85A89-57E1-49A5-BECF-6B837B9C8AC0}" srcOrd="0" destOrd="0" presId="urn:microsoft.com/office/officeart/2018/2/layout/IconCircleList"/>
    <dgm:cxn modelId="{5835CC10-9B1F-4BD5-B4E7-DB078ED152A5}" type="presOf" srcId="{F39DEA57-7EF7-4682-B069-6240195D7229}" destId="{706469D1-3D46-40F5-BB4B-0602D8A57895}" srcOrd="0" destOrd="0" presId="urn:microsoft.com/office/officeart/2018/2/layout/IconCircleList"/>
    <dgm:cxn modelId="{9B72F314-FBBA-40D5-980B-1EB771805C58}" type="presOf" srcId="{9C220A95-472D-42D8-889B-F48D8C68D73F}" destId="{F5565E5F-3246-40EA-935A-9FC597DB5371}" srcOrd="0" destOrd="0" presId="urn:microsoft.com/office/officeart/2018/2/layout/IconCircleList"/>
    <dgm:cxn modelId="{90F9265D-3794-4CAA-B3BC-B6A10B021A36}" type="presOf" srcId="{62A4CAAA-C23B-4FD2-89BA-8C4242EEEDCE}" destId="{04EB5AA6-7A99-4AA9-BDE8-42F276B11284}" srcOrd="0" destOrd="0" presId="urn:microsoft.com/office/officeart/2018/2/layout/IconCircleList"/>
    <dgm:cxn modelId="{82B1375F-E427-4BF5-B181-87E24207AB3C}" srcId="{62A4CAAA-C23B-4FD2-89BA-8C4242EEEDCE}" destId="{F39DEA57-7EF7-4682-B069-6240195D7229}" srcOrd="0" destOrd="0" parTransId="{02F164CE-B22F-4AB2-8CDC-C751C79F2C4D}" sibTransId="{9C220A95-472D-42D8-889B-F48D8C68D73F}"/>
    <dgm:cxn modelId="{93D1944C-0F3B-4563-8B35-1BD1ABC29F28}" srcId="{62A4CAAA-C23B-4FD2-89BA-8C4242EEEDCE}" destId="{47BEEF06-9E56-4CB7-9E73-5D6257B2A55C}" srcOrd="3" destOrd="0" parTransId="{3CB92F8D-66AE-465C-A512-703F00951439}" sibTransId="{451DB7A6-6B68-4FBE-BC59-A72B652891A4}"/>
    <dgm:cxn modelId="{C8BBA06E-57D1-4BD6-BF20-730332F06810}" srcId="{62A4CAAA-C23B-4FD2-89BA-8C4242EEEDCE}" destId="{37F95D56-E957-4C4A-9A7B-84CBDD4EC553}" srcOrd="2" destOrd="0" parTransId="{995D0C85-2C7B-4E74-8362-B91C81D320E5}" sibTransId="{6A9DE066-4681-416F-8673-C0E5C75EB98D}"/>
    <dgm:cxn modelId="{DC2B0AB9-F475-4BFB-A852-D021A45D4C7F}" type="presOf" srcId="{37F95D56-E957-4C4A-9A7B-84CBDD4EC553}" destId="{D61C2115-D319-49D4-9CD1-DE1CA0D1D359}" srcOrd="0" destOrd="0" presId="urn:microsoft.com/office/officeart/2018/2/layout/IconCircleList"/>
    <dgm:cxn modelId="{E22D7ED9-3CAE-416E-A35A-EA229A0515D4}" type="presOf" srcId="{428227DB-8C49-4DFB-B2EB-5614ADD34803}" destId="{ACF225F4-1DC0-4A50-B0F1-93A4340A1E01}" srcOrd="0" destOrd="0" presId="urn:microsoft.com/office/officeart/2018/2/layout/IconCircleList"/>
    <dgm:cxn modelId="{06EEA3D9-0EB2-467F-BB8D-1933661B2D98}" type="presOf" srcId="{B47B3E7E-E8F8-4D52-B5E3-5F3CDE8A8B30}" destId="{BB0D2366-2086-4F9B-9C82-E7C15AB54762}" srcOrd="0" destOrd="0" presId="urn:microsoft.com/office/officeart/2018/2/layout/IconCircleList"/>
    <dgm:cxn modelId="{C4605AF2-3D8D-48CB-8D5E-10BA7113FB60}" type="presOf" srcId="{47BEEF06-9E56-4CB7-9E73-5D6257B2A55C}" destId="{F3C1D411-FA72-4044-BA93-9EBA7B38F3F8}" srcOrd="0" destOrd="0" presId="urn:microsoft.com/office/officeart/2018/2/layout/IconCircleList"/>
    <dgm:cxn modelId="{0A9E05FC-4D08-45DE-B055-40C9D20C520C}" srcId="{62A4CAAA-C23B-4FD2-89BA-8C4242EEEDCE}" destId="{428227DB-8C49-4DFB-B2EB-5614ADD34803}" srcOrd="1" destOrd="0" parTransId="{AFA06284-5EDE-4747-8461-71C9AA376940}" sibTransId="{B47B3E7E-E8F8-4D52-B5E3-5F3CDE8A8B30}"/>
    <dgm:cxn modelId="{B8FD7B27-ADC6-4EB7-B577-8CE7807EF019}" type="presParOf" srcId="{04EB5AA6-7A99-4AA9-BDE8-42F276B11284}" destId="{0757CB1C-BBDC-4F03-9E63-F083A87FDE5D}" srcOrd="0" destOrd="0" presId="urn:microsoft.com/office/officeart/2018/2/layout/IconCircleList"/>
    <dgm:cxn modelId="{6C2E17B7-A612-4C30-89F3-9E64F83FFBFD}" type="presParOf" srcId="{0757CB1C-BBDC-4F03-9E63-F083A87FDE5D}" destId="{5247C79A-DDCB-45AE-A3BD-5B13B3C7CC2A}" srcOrd="0" destOrd="0" presId="urn:microsoft.com/office/officeart/2018/2/layout/IconCircleList"/>
    <dgm:cxn modelId="{AE1904D5-0F24-4EC0-A59B-3B6B5DF4F6E1}" type="presParOf" srcId="{5247C79A-DDCB-45AE-A3BD-5B13B3C7CC2A}" destId="{40A835C1-8D55-463D-B316-E18F659B8102}" srcOrd="0" destOrd="0" presId="urn:microsoft.com/office/officeart/2018/2/layout/IconCircleList"/>
    <dgm:cxn modelId="{9E8357C6-7430-462F-B34E-0C5B3623EDDF}" type="presParOf" srcId="{5247C79A-DDCB-45AE-A3BD-5B13B3C7CC2A}" destId="{6E8428D8-AD21-4F0C-A014-138B35247ED2}" srcOrd="1" destOrd="0" presId="urn:microsoft.com/office/officeart/2018/2/layout/IconCircleList"/>
    <dgm:cxn modelId="{018FCAED-DE9F-4EBC-B58E-E6F35E97A0DA}" type="presParOf" srcId="{5247C79A-DDCB-45AE-A3BD-5B13B3C7CC2A}" destId="{9338BC30-BDFD-41B4-8ED4-CD2964A092FB}" srcOrd="2" destOrd="0" presId="urn:microsoft.com/office/officeart/2018/2/layout/IconCircleList"/>
    <dgm:cxn modelId="{CC5B076B-0651-4117-BB0E-2405CFCAB4AA}" type="presParOf" srcId="{5247C79A-DDCB-45AE-A3BD-5B13B3C7CC2A}" destId="{706469D1-3D46-40F5-BB4B-0602D8A57895}" srcOrd="3" destOrd="0" presId="urn:microsoft.com/office/officeart/2018/2/layout/IconCircleList"/>
    <dgm:cxn modelId="{0EA88FF8-0BF8-44A9-879F-553B6F14A056}" type="presParOf" srcId="{0757CB1C-BBDC-4F03-9E63-F083A87FDE5D}" destId="{F5565E5F-3246-40EA-935A-9FC597DB5371}" srcOrd="1" destOrd="0" presId="urn:microsoft.com/office/officeart/2018/2/layout/IconCircleList"/>
    <dgm:cxn modelId="{D3102DC9-12D7-42C3-BC81-802A676B69A7}" type="presParOf" srcId="{0757CB1C-BBDC-4F03-9E63-F083A87FDE5D}" destId="{0398E180-DF9D-44E0-8083-395FB6B0A35F}" srcOrd="2" destOrd="0" presId="urn:microsoft.com/office/officeart/2018/2/layout/IconCircleList"/>
    <dgm:cxn modelId="{E1CFB77F-6C45-4F6B-8949-BA71C8D14684}" type="presParOf" srcId="{0398E180-DF9D-44E0-8083-395FB6B0A35F}" destId="{8E660238-5566-419F-AFF2-F7F801F721D5}" srcOrd="0" destOrd="0" presId="urn:microsoft.com/office/officeart/2018/2/layout/IconCircleList"/>
    <dgm:cxn modelId="{7A1942A6-AC75-458F-9D2C-3F5A755D2548}" type="presParOf" srcId="{0398E180-DF9D-44E0-8083-395FB6B0A35F}" destId="{CECCA109-4338-44C4-81E9-2EF6CE451D3E}" srcOrd="1" destOrd="0" presId="urn:microsoft.com/office/officeart/2018/2/layout/IconCircleList"/>
    <dgm:cxn modelId="{0EC99CF0-256B-412A-8678-A6D92ED60919}" type="presParOf" srcId="{0398E180-DF9D-44E0-8083-395FB6B0A35F}" destId="{813446C4-9BF2-462D-8A69-4989C1B0C5B5}" srcOrd="2" destOrd="0" presId="urn:microsoft.com/office/officeart/2018/2/layout/IconCircleList"/>
    <dgm:cxn modelId="{EC0C961F-2A27-4689-8869-F0FAFC36169E}" type="presParOf" srcId="{0398E180-DF9D-44E0-8083-395FB6B0A35F}" destId="{ACF225F4-1DC0-4A50-B0F1-93A4340A1E01}" srcOrd="3" destOrd="0" presId="urn:microsoft.com/office/officeart/2018/2/layout/IconCircleList"/>
    <dgm:cxn modelId="{DF94196D-494E-428E-97F2-66D41C42AB85}" type="presParOf" srcId="{0757CB1C-BBDC-4F03-9E63-F083A87FDE5D}" destId="{BB0D2366-2086-4F9B-9C82-E7C15AB54762}" srcOrd="3" destOrd="0" presId="urn:microsoft.com/office/officeart/2018/2/layout/IconCircleList"/>
    <dgm:cxn modelId="{AAFB3366-BB8B-40BC-B933-B50F6185A508}" type="presParOf" srcId="{0757CB1C-BBDC-4F03-9E63-F083A87FDE5D}" destId="{00434BBC-0E84-4B61-ACE2-2176DB3AC347}" srcOrd="4" destOrd="0" presId="urn:microsoft.com/office/officeart/2018/2/layout/IconCircleList"/>
    <dgm:cxn modelId="{658C1BBA-8AC3-46E8-B420-D230A725786B}" type="presParOf" srcId="{00434BBC-0E84-4B61-ACE2-2176DB3AC347}" destId="{2F2E6160-D173-495C-BE34-30332FC1893D}" srcOrd="0" destOrd="0" presId="urn:microsoft.com/office/officeart/2018/2/layout/IconCircleList"/>
    <dgm:cxn modelId="{A8678925-A626-402C-9DFD-871CD926A1A7}" type="presParOf" srcId="{00434BBC-0E84-4B61-ACE2-2176DB3AC347}" destId="{8CFC02A5-AD43-487A-BF69-7DA2B7F6BDAA}" srcOrd="1" destOrd="0" presId="urn:microsoft.com/office/officeart/2018/2/layout/IconCircleList"/>
    <dgm:cxn modelId="{6CA5DA93-B607-4CDE-9768-38983E3F05E2}" type="presParOf" srcId="{00434BBC-0E84-4B61-ACE2-2176DB3AC347}" destId="{E5E8B45A-A78F-4734-B0F1-DCDE6CD84AC5}" srcOrd="2" destOrd="0" presId="urn:microsoft.com/office/officeart/2018/2/layout/IconCircleList"/>
    <dgm:cxn modelId="{658F07F7-3D69-4DA3-B5ED-6801CC56DB31}" type="presParOf" srcId="{00434BBC-0E84-4B61-ACE2-2176DB3AC347}" destId="{D61C2115-D319-49D4-9CD1-DE1CA0D1D359}" srcOrd="3" destOrd="0" presId="urn:microsoft.com/office/officeart/2018/2/layout/IconCircleList"/>
    <dgm:cxn modelId="{2275A05C-7E8C-46F6-A93A-07F6E53AB6AA}" type="presParOf" srcId="{0757CB1C-BBDC-4F03-9E63-F083A87FDE5D}" destId="{BAC85A89-57E1-49A5-BECF-6B837B9C8AC0}" srcOrd="5" destOrd="0" presId="urn:microsoft.com/office/officeart/2018/2/layout/IconCircleList"/>
    <dgm:cxn modelId="{E86FD790-CEDB-4B39-ABD0-9EC539006F2D}" type="presParOf" srcId="{0757CB1C-BBDC-4F03-9E63-F083A87FDE5D}" destId="{4F8427AC-36FD-48ED-BF01-021E70F64567}" srcOrd="6" destOrd="0" presId="urn:microsoft.com/office/officeart/2018/2/layout/IconCircleList"/>
    <dgm:cxn modelId="{538A3529-8075-4799-A312-92CC5E08ABF6}" type="presParOf" srcId="{4F8427AC-36FD-48ED-BF01-021E70F64567}" destId="{9098979F-97D3-464D-B473-25B69B584453}" srcOrd="0" destOrd="0" presId="urn:microsoft.com/office/officeart/2018/2/layout/IconCircleList"/>
    <dgm:cxn modelId="{06AC83C7-47BD-4790-A181-82719AE184C8}" type="presParOf" srcId="{4F8427AC-36FD-48ED-BF01-021E70F64567}" destId="{CB91F232-9352-419C-8DFA-7BD4FA456D28}" srcOrd="1" destOrd="0" presId="urn:microsoft.com/office/officeart/2018/2/layout/IconCircleList"/>
    <dgm:cxn modelId="{AD44E91D-4B9E-4F9C-96D2-8F4A63225219}" type="presParOf" srcId="{4F8427AC-36FD-48ED-BF01-021E70F64567}" destId="{E1BB99C5-7781-4B36-AFB2-CA12F28FF5DE}" srcOrd="2" destOrd="0" presId="urn:microsoft.com/office/officeart/2018/2/layout/IconCircleList"/>
    <dgm:cxn modelId="{E908410C-6D6C-4C69-8F34-90857CE55952}" type="presParOf" srcId="{4F8427AC-36FD-48ED-BF01-021E70F64567}" destId="{F3C1D411-FA72-4044-BA93-9EBA7B38F3F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8DB5BF-4423-4BA9-B066-68479047C01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2C25991-2D70-4C7E-B625-EB36DF200C5D}">
      <dgm:prSet/>
      <dgm:spPr/>
      <dgm:t>
        <a:bodyPr/>
        <a:lstStyle/>
        <a:p>
          <a:r>
            <a:rPr lang="en-US"/>
            <a:t>Creating a repository</a:t>
          </a:r>
        </a:p>
      </dgm:t>
    </dgm:pt>
    <dgm:pt modelId="{C45E6147-3F57-411C-865E-766F49A22BD2}" type="parTrans" cxnId="{D6B20179-7858-4247-8EB4-B9605BF227AF}">
      <dgm:prSet/>
      <dgm:spPr/>
      <dgm:t>
        <a:bodyPr/>
        <a:lstStyle/>
        <a:p>
          <a:endParaRPr lang="en-US"/>
        </a:p>
      </dgm:t>
    </dgm:pt>
    <dgm:pt modelId="{9AD87305-0667-4753-A664-02D985D3DCC3}" type="sibTrans" cxnId="{D6B20179-7858-4247-8EB4-B9605BF227AF}">
      <dgm:prSet/>
      <dgm:spPr/>
      <dgm:t>
        <a:bodyPr/>
        <a:lstStyle/>
        <a:p>
          <a:endParaRPr lang="en-US"/>
        </a:p>
      </dgm:t>
    </dgm:pt>
    <dgm:pt modelId="{9F5EA57E-8EDB-4E64-822C-E35CF16A4B42}">
      <dgm:prSet/>
      <dgm:spPr/>
      <dgm:t>
        <a:bodyPr/>
        <a:lstStyle/>
        <a:p>
          <a:r>
            <a:rPr lang="en-US"/>
            <a:t>Cloning it locally</a:t>
          </a:r>
        </a:p>
      </dgm:t>
    </dgm:pt>
    <dgm:pt modelId="{56048FCF-1AF1-441E-9745-4CA379B639F8}" type="parTrans" cxnId="{C506A6BD-DBA6-47C0-83C7-F60F2316E00F}">
      <dgm:prSet/>
      <dgm:spPr/>
      <dgm:t>
        <a:bodyPr/>
        <a:lstStyle/>
        <a:p>
          <a:endParaRPr lang="en-US"/>
        </a:p>
      </dgm:t>
    </dgm:pt>
    <dgm:pt modelId="{FD532941-D86D-4C69-A8CC-FDDD11C34777}" type="sibTrans" cxnId="{C506A6BD-DBA6-47C0-83C7-F60F2316E00F}">
      <dgm:prSet/>
      <dgm:spPr/>
      <dgm:t>
        <a:bodyPr/>
        <a:lstStyle/>
        <a:p>
          <a:endParaRPr lang="en-US"/>
        </a:p>
      </dgm:t>
    </dgm:pt>
    <dgm:pt modelId="{DEF1CFA8-1338-46A7-BF40-537D9782BEAB}">
      <dgm:prSet/>
      <dgm:spPr/>
      <dgm:t>
        <a:bodyPr/>
        <a:lstStyle/>
        <a:p>
          <a:r>
            <a:rPr lang="en-US"/>
            <a:t>Making and committing changes</a:t>
          </a:r>
        </a:p>
      </dgm:t>
    </dgm:pt>
    <dgm:pt modelId="{5F661E1B-BB00-4C04-9327-2A190BA49CD2}" type="parTrans" cxnId="{B584ECF9-11D9-42E2-B95B-A5B781235833}">
      <dgm:prSet/>
      <dgm:spPr/>
      <dgm:t>
        <a:bodyPr/>
        <a:lstStyle/>
        <a:p>
          <a:endParaRPr lang="en-US"/>
        </a:p>
      </dgm:t>
    </dgm:pt>
    <dgm:pt modelId="{43DF10D3-015C-4CC1-B731-32E657E6DC04}" type="sibTrans" cxnId="{B584ECF9-11D9-42E2-B95B-A5B781235833}">
      <dgm:prSet/>
      <dgm:spPr/>
      <dgm:t>
        <a:bodyPr/>
        <a:lstStyle/>
        <a:p>
          <a:endParaRPr lang="en-US"/>
        </a:p>
      </dgm:t>
    </dgm:pt>
    <dgm:pt modelId="{42D59149-CEB5-4A73-9AB4-60F85B96B199}">
      <dgm:prSet/>
      <dgm:spPr/>
      <dgm:t>
        <a:bodyPr/>
        <a:lstStyle/>
        <a:p>
          <a:r>
            <a:rPr lang="en-US"/>
            <a:t>Pushing to GitHub</a:t>
          </a:r>
        </a:p>
      </dgm:t>
    </dgm:pt>
    <dgm:pt modelId="{5EDB8E77-1AE5-4912-ACA6-C6643D7DCDF3}" type="parTrans" cxnId="{2B9A6A93-8FEF-4908-A938-72F7B17F4417}">
      <dgm:prSet/>
      <dgm:spPr/>
      <dgm:t>
        <a:bodyPr/>
        <a:lstStyle/>
        <a:p>
          <a:endParaRPr lang="en-US"/>
        </a:p>
      </dgm:t>
    </dgm:pt>
    <dgm:pt modelId="{69094C58-EAB2-4E13-99B2-72769A724FA1}" type="sibTrans" cxnId="{2B9A6A93-8FEF-4908-A938-72F7B17F4417}">
      <dgm:prSet/>
      <dgm:spPr/>
      <dgm:t>
        <a:bodyPr/>
        <a:lstStyle/>
        <a:p>
          <a:endParaRPr lang="en-US"/>
        </a:p>
      </dgm:t>
    </dgm:pt>
    <dgm:pt modelId="{EE4E7F3A-DD39-412E-BE77-77A57697C308}">
      <dgm:prSet/>
      <dgm:spPr/>
      <dgm:t>
        <a:bodyPr/>
        <a:lstStyle/>
        <a:p>
          <a:r>
            <a:rPr lang="en-US"/>
            <a:t>Branching and Merging</a:t>
          </a:r>
        </a:p>
      </dgm:t>
    </dgm:pt>
    <dgm:pt modelId="{D3444100-D135-4077-A5D3-A039D9D8E84F}" type="parTrans" cxnId="{3D2D9CCD-9053-4860-906E-37602D84C500}">
      <dgm:prSet/>
      <dgm:spPr/>
      <dgm:t>
        <a:bodyPr/>
        <a:lstStyle/>
        <a:p>
          <a:endParaRPr lang="en-US"/>
        </a:p>
      </dgm:t>
    </dgm:pt>
    <dgm:pt modelId="{E0872104-4595-44EC-B30F-D701DD4C6FBF}" type="sibTrans" cxnId="{3D2D9CCD-9053-4860-906E-37602D84C500}">
      <dgm:prSet/>
      <dgm:spPr/>
      <dgm:t>
        <a:bodyPr/>
        <a:lstStyle/>
        <a:p>
          <a:endParaRPr lang="en-US"/>
        </a:p>
      </dgm:t>
    </dgm:pt>
    <dgm:pt modelId="{9728FC91-A074-473B-8DB0-A0B28439C06D}" type="pres">
      <dgm:prSet presAssocID="{218DB5BF-4423-4BA9-B066-68479047C01C}" presName="root" presStyleCnt="0">
        <dgm:presLayoutVars>
          <dgm:dir/>
          <dgm:resizeHandles val="exact"/>
        </dgm:presLayoutVars>
      </dgm:prSet>
      <dgm:spPr/>
    </dgm:pt>
    <dgm:pt modelId="{B46B8AE8-CC99-4121-BC33-E651F5826033}" type="pres">
      <dgm:prSet presAssocID="{12C25991-2D70-4C7E-B625-EB36DF200C5D}" presName="compNode" presStyleCnt="0"/>
      <dgm:spPr/>
    </dgm:pt>
    <dgm:pt modelId="{F0CC7277-B286-4643-9C67-801AF54EF726}" type="pres">
      <dgm:prSet presAssocID="{12C25991-2D70-4C7E-B625-EB36DF200C5D}" presName="bgRect" presStyleLbl="bgShp" presStyleIdx="0" presStyleCnt="5"/>
      <dgm:spPr/>
    </dgm:pt>
    <dgm:pt modelId="{A41A8A72-3755-4E55-AA07-F829F0C2FE3E}" type="pres">
      <dgm:prSet presAssocID="{12C25991-2D70-4C7E-B625-EB36DF200C5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F40107D-4B8C-4DD3-9118-D01F2F822DC5}" type="pres">
      <dgm:prSet presAssocID="{12C25991-2D70-4C7E-B625-EB36DF200C5D}" presName="spaceRect" presStyleCnt="0"/>
      <dgm:spPr/>
    </dgm:pt>
    <dgm:pt modelId="{1DA7AE3D-A5CD-45F0-9FE9-E353A9178259}" type="pres">
      <dgm:prSet presAssocID="{12C25991-2D70-4C7E-B625-EB36DF200C5D}" presName="parTx" presStyleLbl="revTx" presStyleIdx="0" presStyleCnt="5">
        <dgm:presLayoutVars>
          <dgm:chMax val="0"/>
          <dgm:chPref val="0"/>
        </dgm:presLayoutVars>
      </dgm:prSet>
      <dgm:spPr/>
    </dgm:pt>
    <dgm:pt modelId="{60061E94-0ADC-4F75-B9FE-E180716BE0A2}" type="pres">
      <dgm:prSet presAssocID="{9AD87305-0667-4753-A664-02D985D3DCC3}" presName="sibTrans" presStyleCnt="0"/>
      <dgm:spPr/>
    </dgm:pt>
    <dgm:pt modelId="{12E12D0D-21B2-4B3F-85DB-7965FB5C671E}" type="pres">
      <dgm:prSet presAssocID="{9F5EA57E-8EDB-4E64-822C-E35CF16A4B42}" presName="compNode" presStyleCnt="0"/>
      <dgm:spPr/>
    </dgm:pt>
    <dgm:pt modelId="{5A136CB9-4E14-4E46-9AEA-6E923CB8D847}" type="pres">
      <dgm:prSet presAssocID="{9F5EA57E-8EDB-4E64-822C-E35CF16A4B42}" presName="bgRect" presStyleLbl="bgShp" presStyleIdx="1" presStyleCnt="5"/>
      <dgm:spPr/>
    </dgm:pt>
    <dgm:pt modelId="{5E6DDCD1-2BAD-4E28-967F-62CED1EBDF2E}" type="pres">
      <dgm:prSet presAssocID="{9F5EA57E-8EDB-4E64-822C-E35CF16A4B4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BFAA68ED-D038-403B-AD0E-9A39AAC98BBD}" type="pres">
      <dgm:prSet presAssocID="{9F5EA57E-8EDB-4E64-822C-E35CF16A4B42}" presName="spaceRect" presStyleCnt="0"/>
      <dgm:spPr/>
    </dgm:pt>
    <dgm:pt modelId="{123877AA-658C-43EC-AD0D-BBC94611C100}" type="pres">
      <dgm:prSet presAssocID="{9F5EA57E-8EDB-4E64-822C-E35CF16A4B42}" presName="parTx" presStyleLbl="revTx" presStyleIdx="1" presStyleCnt="5">
        <dgm:presLayoutVars>
          <dgm:chMax val="0"/>
          <dgm:chPref val="0"/>
        </dgm:presLayoutVars>
      </dgm:prSet>
      <dgm:spPr/>
    </dgm:pt>
    <dgm:pt modelId="{50476550-067E-4165-AE92-950B288E22FE}" type="pres">
      <dgm:prSet presAssocID="{FD532941-D86D-4C69-A8CC-FDDD11C34777}" presName="sibTrans" presStyleCnt="0"/>
      <dgm:spPr/>
    </dgm:pt>
    <dgm:pt modelId="{1BFE1DC4-86C0-40CB-9A44-7B2FEA31E13D}" type="pres">
      <dgm:prSet presAssocID="{DEF1CFA8-1338-46A7-BF40-537D9782BEAB}" presName="compNode" presStyleCnt="0"/>
      <dgm:spPr/>
    </dgm:pt>
    <dgm:pt modelId="{6561F942-B582-4D61-9480-6D60B849410D}" type="pres">
      <dgm:prSet presAssocID="{DEF1CFA8-1338-46A7-BF40-537D9782BEAB}" presName="bgRect" presStyleLbl="bgShp" presStyleIdx="2" presStyleCnt="5"/>
      <dgm:spPr/>
    </dgm:pt>
    <dgm:pt modelId="{1B222DD0-87EF-4001-B913-6473E5612DB9}" type="pres">
      <dgm:prSet presAssocID="{DEF1CFA8-1338-46A7-BF40-537D9782BEA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C14D425-9EAE-4C3E-842C-8D3809E899A0}" type="pres">
      <dgm:prSet presAssocID="{DEF1CFA8-1338-46A7-BF40-537D9782BEAB}" presName="spaceRect" presStyleCnt="0"/>
      <dgm:spPr/>
    </dgm:pt>
    <dgm:pt modelId="{1B002C7D-71F2-497E-9710-D01A8A6D02EB}" type="pres">
      <dgm:prSet presAssocID="{DEF1CFA8-1338-46A7-BF40-537D9782BEAB}" presName="parTx" presStyleLbl="revTx" presStyleIdx="2" presStyleCnt="5">
        <dgm:presLayoutVars>
          <dgm:chMax val="0"/>
          <dgm:chPref val="0"/>
        </dgm:presLayoutVars>
      </dgm:prSet>
      <dgm:spPr/>
    </dgm:pt>
    <dgm:pt modelId="{F74C6EA1-DFFC-4478-8263-FD0C0C3B7363}" type="pres">
      <dgm:prSet presAssocID="{43DF10D3-015C-4CC1-B731-32E657E6DC04}" presName="sibTrans" presStyleCnt="0"/>
      <dgm:spPr/>
    </dgm:pt>
    <dgm:pt modelId="{EEAD6654-7227-48B9-B495-9EDA4E37A042}" type="pres">
      <dgm:prSet presAssocID="{42D59149-CEB5-4A73-9AB4-60F85B96B199}" presName="compNode" presStyleCnt="0"/>
      <dgm:spPr/>
    </dgm:pt>
    <dgm:pt modelId="{8DDE558A-F652-42D4-B353-D6FA30AEB880}" type="pres">
      <dgm:prSet presAssocID="{42D59149-CEB5-4A73-9AB4-60F85B96B199}" presName="bgRect" presStyleLbl="bgShp" presStyleIdx="3" presStyleCnt="5"/>
      <dgm:spPr/>
    </dgm:pt>
    <dgm:pt modelId="{F24CD901-A5EC-428C-B93B-4E25487FB60D}" type="pres">
      <dgm:prSet presAssocID="{42D59149-CEB5-4A73-9AB4-60F85B96B19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"/>
        </a:ext>
      </dgm:extLst>
    </dgm:pt>
    <dgm:pt modelId="{1C09751E-BD74-40CD-9634-7ABD18F84C2A}" type="pres">
      <dgm:prSet presAssocID="{42D59149-CEB5-4A73-9AB4-60F85B96B199}" presName="spaceRect" presStyleCnt="0"/>
      <dgm:spPr/>
    </dgm:pt>
    <dgm:pt modelId="{2849251D-278F-4AF0-8274-3578422EA147}" type="pres">
      <dgm:prSet presAssocID="{42D59149-CEB5-4A73-9AB4-60F85B96B199}" presName="parTx" presStyleLbl="revTx" presStyleIdx="3" presStyleCnt="5">
        <dgm:presLayoutVars>
          <dgm:chMax val="0"/>
          <dgm:chPref val="0"/>
        </dgm:presLayoutVars>
      </dgm:prSet>
      <dgm:spPr/>
    </dgm:pt>
    <dgm:pt modelId="{D8F5D890-D972-4E2B-B68D-56DE41EA3130}" type="pres">
      <dgm:prSet presAssocID="{69094C58-EAB2-4E13-99B2-72769A724FA1}" presName="sibTrans" presStyleCnt="0"/>
      <dgm:spPr/>
    </dgm:pt>
    <dgm:pt modelId="{A5876ECD-1A5B-4D13-9246-2912A7964407}" type="pres">
      <dgm:prSet presAssocID="{EE4E7F3A-DD39-412E-BE77-77A57697C308}" presName="compNode" presStyleCnt="0"/>
      <dgm:spPr/>
    </dgm:pt>
    <dgm:pt modelId="{53AD4EC7-09EC-43DC-A110-77AD7628F782}" type="pres">
      <dgm:prSet presAssocID="{EE4E7F3A-DD39-412E-BE77-77A57697C308}" presName="bgRect" presStyleLbl="bgShp" presStyleIdx="4" presStyleCnt="5"/>
      <dgm:spPr/>
    </dgm:pt>
    <dgm:pt modelId="{B6E9CC7C-5BD9-40D2-821B-C4298DA80802}" type="pres">
      <dgm:prSet presAssocID="{EE4E7F3A-DD39-412E-BE77-77A57697C30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72A5ADCB-48DC-4C9D-B409-92AC0C9226DA}" type="pres">
      <dgm:prSet presAssocID="{EE4E7F3A-DD39-412E-BE77-77A57697C308}" presName="spaceRect" presStyleCnt="0"/>
      <dgm:spPr/>
    </dgm:pt>
    <dgm:pt modelId="{BD17B168-C20E-476A-AB37-B3287C6B8AA7}" type="pres">
      <dgm:prSet presAssocID="{EE4E7F3A-DD39-412E-BE77-77A57697C30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A413800-F708-48A8-835F-6C61CCD9A50A}" type="presOf" srcId="{218DB5BF-4423-4BA9-B066-68479047C01C}" destId="{9728FC91-A074-473B-8DB0-A0B28439C06D}" srcOrd="0" destOrd="0" presId="urn:microsoft.com/office/officeart/2018/2/layout/IconVerticalSolidList"/>
    <dgm:cxn modelId="{36FA3C24-D4F4-4425-8E27-1BFD2BEC8EED}" type="presOf" srcId="{42D59149-CEB5-4A73-9AB4-60F85B96B199}" destId="{2849251D-278F-4AF0-8274-3578422EA147}" srcOrd="0" destOrd="0" presId="urn:microsoft.com/office/officeart/2018/2/layout/IconVerticalSolidList"/>
    <dgm:cxn modelId="{D6B20179-7858-4247-8EB4-B9605BF227AF}" srcId="{218DB5BF-4423-4BA9-B066-68479047C01C}" destId="{12C25991-2D70-4C7E-B625-EB36DF200C5D}" srcOrd="0" destOrd="0" parTransId="{C45E6147-3F57-411C-865E-766F49A22BD2}" sibTransId="{9AD87305-0667-4753-A664-02D985D3DCC3}"/>
    <dgm:cxn modelId="{1E97F281-C733-4B52-91A3-B3234C3263AB}" type="presOf" srcId="{9F5EA57E-8EDB-4E64-822C-E35CF16A4B42}" destId="{123877AA-658C-43EC-AD0D-BBC94611C100}" srcOrd="0" destOrd="0" presId="urn:microsoft.com/office/officeart/2018/2/layout/IconVerticalSolidList"/>
    <dgm:cxn modelId="{D870038B-AE3B-4ADD-B24A-60BBA1236CE9}" type="presOf" srcId="{EE4E7F3A-DD39-412E-BE77-77A57697C308}" destId="{BD17B168-C20E-476A-AB37-B3287C6B8AA7}" srcOrd="0" destOrd="0" presId="urn:microsoft.com/office/officeart/2018/2/layout/IconVerticalSolidList"/>
    <dgm:cxn modelId="{2B9A6A93-8FEF-4908-A938-72F7B17F4417}" srcId="{218DB5BF-4423-4BA9-B066-68479047C01C}" destId="{42D59149-CEB5-4A73-9AB4-60F85B96B199}" srcOrd="3" destOrd="0" parTransId="{5EDB8E77-1AE5-4912-ACA6-C6643D7DCDF3}" sibTransId="{69094C58-EAB2-4E13-99B2-72769A724FA1}"/>
    <dgm:cxn modelId="{C506A6BD-DBA6-47C0-83C7-F60F2316E00F}" srcId="{218DB5BF-4423-4BA9-B066-68479047C01C}" destId="{9F5EA57E-8EDB-4E64-822C-E35CF16A4B42}" srcOrd="1" destOrd="0" parTransId="{56048FCF-1AF1-441E-9745-4CA379B639F8}" sibTransId="{FD532941-D86D-4C69-A8CC-FDDD11C34777}"/>
    <dgm:cxn modelId="{3D2D9CCD-9053-4860-906E-37602D84C500}" srcId="{218DB5BF-4423-4BA9-B066-68479047C01C}" destId="{EE4E7F3A-DD39-412E-BE77-77A57697C308}" srcOrd="4" destOrd="0" parTransId="{D3444100-D135-4077-A5D3-A039D9D8E84F}" sibTransId="{E0872104-4595-44EC-B30F-D701DD4C6FBF}"/>
    <dgm:cxn modelId="{AE712FDF-A480-454A-BCC7-B6FFEB54C77E}" type="presOf" srcId="{12C25991-2D70-4C7E-B625-EB36DF200C5D}" destId="{1DA7AE3D-A5CD-45F0-9FE9-E353A9178259}" srcOrd="0" destOrd="0" presId="urn:microsoft.com/office/officeart/2018/2/layout/IconVerticalSolidList"/>
    <dgm:cxn modelId="{CA198CDF-D9DA-4FFF-95F5-4FC615073EF2}" type="presOf" srcId="{DEF1CFA8-1338-46A7-BF40-537D9782BEAB}" destId="{1B002C7D-71F2-497E-9710-D01A8A6D02EB}" srcOrd="0" destOrd="0" presId="urn:microsoft.com/office/officeart/2018/2/layout/IconVerticalSolidList"/>
    <dgm:cxn modelId="{B584ECF9-11D9-42E2-B95B-A5B781235833}" srcId="{218DB5BF-4423-4BA9-B066-68479047C01C}" destId="{DEF1CFA8-1338-46A7-BF40-537D9782BEAB}" srcOrd="2" destOrd="0" parTransId="{5F661E1B-BB00-4C04-9327-2A190BA49CD2}" sibTransId="{43DF10D3-015C-4CC1-B731-32E657E6DC04}"/>
    <dgm:cxn modelId="{BD781B9A-716E-4268-8842-5A6B15C8C3DA}" type="presParOf" srcId="{9728FC91-A074-473B-8DB0-A0B28439C06D}" destId="{B46B8AE8-CC99-4121-BC33-E651F5826033}" srcOrd="0" destOrd="0" presId="urn:microsoft.com/office/officeart/2018/2/layout/IconVerticalSolidList"/>
    <dgm:cxn modelId="{78DA1AED-771F-43E8-AE41-9F5C56521095}" type="presParOf" srcId="{B46B8AE8-CC99-4121-BC33-E651F5826033}" destId="{F0CC7277-B286-4643-9C67-801AF54EF726}" srcOrd="0" destOrd="0" presId="urn:microsoft.com/office/officeart/2018/2/layout/IconVerticalSolidList"/>
    <dgm:cxn modelId="{FB7FB2E0-FCC1-48A3-8C30-A468C1A7211F}" type="presParOf" srcId="{B46B8AE8-CC99-4121-BC33-E651F5826033}" destId="{A41A8A72-3755-4E55-AA07-F829F0C2FE3E}" srcOrd="1" destOrd="0" presId="urn:microsoft.com/office/officeart/2018/2/layout/IconVerticalSolidList"/>
    <dgm:cxn modelId="{3EB1AA27-85B1-47D7-AD56-BA7E812F8A16}" type="presParOf" srcId="{B46B8AE8-CC99-4121-BC33-E651F5826033}" destId="{DF40107D-4B8C-4DD3-9118-D01F2F822DC5}" srcOrd="2" destOrd="0" presId="urn:microsoft.com/office/officeart/2018/2/layout/IconVerticalSolidList"/>
    <dgm:cxn modelId="{F287DF41-BDEA-45A2-8B30-2E981A65863F}" type="presParOf" srcId="{B46B8AE8-CC99-4121-BC33-E651F5826033}" destId="{1DA7AE3D-A5CD-45F0-9FE9-E353A9178259}" srcOrd="3" destOrd="0" presId="urn:microsoft.com/office/officeart/2018/2/layout/IconVerticalSolidList"/>
    <dgm:cxn modelId="{74A24AF2-9349-4CC7-8957-1EBFED13AC23}" type="presParOf" srcId="{9728FC91-A074-473B-8DB0-A0B28439C06D}" destId="{60061E94-0ADC-4F75-B9FE-E180716BE0A2}" srcOrd="1" destOrd="0" presId="urn:microsoft.com/office/officeart/2018/2/layout/IconVerticalSolidList"/>
    <dgm:cxn modelId="{FB78E5A0-4CB9-4E54-9718-D170BD6EA73E}" type="presParOf" srcId="{9728FC91-A074-473B-8DB0-A0B28439C06D}" destId="{12E12D0D-21B2-4B3F-85DB-7965FB5C671E}" srcOrd="2" destOrd="0" presId="urn:microsoft.com/office/officeart/2018/2/layout/IconVerticalSolidList"/>
    <dgm:cxn modelId="{6E1C587D-8C14-411E-8FBD-0B548221FF0F}" type="presParOf" srcId="{12E12D0D-21B2-4B3F-85DB-7965FB5C671E}" destId="{5A136CB9-4E14-4E46-9AEA-6E923CB8D847}" srcOrd="0" destOrd="0" presId="urn:microsoft.com/office/officeart/2018/2/layout/IconVerticalSolidList"/>
    <dgm:cxn modelId="{54CC8AB0-6B0F-4948-B02E-21FB8B229A9C}" type="presParOf" srcId="{12E12D0D-21B2-4B3F-85DB-7965FB5C671E}" destId="{5E6DDCD1-2BAD-4E28-967F-62CED1EBDF2E}" srcOrd="1" destOrd="0" presId="urn:microsoft.com/office/officeart/2018/2/layout/IconVerticalSolidList"/>
    <dgm:cxn modelId="{2DEF1B89-FDD2-4D12-BC6E-0690CBD6A1A1}" type="presParOf" srcId="{12E12D0D-21B2-4B3F-85DB-7965FB5C671E}" destId="{BFAA68ED-D038-403B-AD0E-9A39AAC98BBD}" srcOrd="2" destOrd="0" presId="urn:microsoft.com/office/officeart/2018/2/layout/IconVerticalSolidList"/>
    <dgm:cxn modelId="{1B21D6C3-B117-4958-8C6C-5E7793659CE7}" type="presParOf" srcId="{12E12D0D-21B2-4B3F-85DB-7965FB5C671E}" destId="{123877AA-658C-43EC-AD0D-BBC94611C100}" srcOrd="3" destOrd="0" presId="urn:microsoft.com/office/officeart/2018/2/layout/IconVerticalSolidList"/>
    <dgm:cxn modelId="{9B350196-2C5D-48E5-AFF2-50D1D1A57EFF}" type="presParOf" srcId="{9728FC91-A074-473B-8DB0-A0B28439C06D}" destId="{50476550-067E-4165-AE92-950B288E22FE}" srcOrd="3" destOrd="0" presId="urn:microsoft.com/office/officeart/2018/2/layout/IconVerticalSolidList"/>
    <dgm:cxn modelId="{0CBAD141-9360-443C-9517-EE516F1B68F3}" type="presParOf" srcId="{9728FC91-A074-473B-8DB0-A0B28439C06D}" destId="{1BFE1DC4-86C0-40CB-9A44-7B2FEA31E13D}" srcOrd="4" destOrd="0" presId="urn:microsoft.com/office/officeart/2018/2/layout/IconVerticalSolidList"/>
    <dgm:cxn modelId="{8E588727-A590-413E-85CC-C56ABD633C33}" type="presParOf" srcId="{1BFE1DC4-86C0-40CB-9A44-7B2FEA31E13D}" destId="{6561F942-B582-4D61-9480-6D60B849410D}" srcOrd="0" destOrd="0" presId="urn:microsoft.com/office/officeart/2018/2/layout/IconVerticalSolidList"/>
    <dgm:cxn modelId="{2A710907-8588-4FC8-B309-5ED4A627786F}" type="presParOf" srcId="{1BFE1DC4-86C0-40CB-9A44-7B2FEA31E13D}" destId="{1B222DD0-87EF-4001-B913-6473E5612DB9}" srcOrd="1" destOrd="0" presId="urn:microsoft.com/office/officeart/2018/2/layout/IconVerticalSolidList"/>
    <dgm:cxn modelId="{E8B862BE-CA40-4EFF-A499-EE787E68FDC2}" type="presParOf" srcId="{1BFE1DC4-86C0-40CB-9A44-7B2FEA31E13D}" destId="{FC14D425-9EAE-4C3E-842C-8D3809E899A0}" srcOrd="2" destOrd="0" presId="urn:microsoft.com/office/officeart/2018/2/layout/IconVerticalSolidList"/>
    <dgm:cxn modelId="{51194DD2-4B3B-4A1B-8BBA-A00A098D0875}" type="presParOf" srcId="{1BFE1DC4-86C0-40CB-9A44-7B2FEA31E13D}" destId="{1B002C7D-71F2-497E-9710-D01A8A6D02EB}" srcOrd="3" destOrd="0" presId="urn:microsoft.com/office/officeart/2018/2/layout/IconVerticalSolidList"/>
    <dgm:cxn modelId="{AA15372F-8EC5-443C-A49F-A32AD6FC9B9D}" type="presParOf" srcId="{9728FC91-A074-473B-8DB0-A0B28439C06D}" destId="{F74C6EA1-DFFC-4478-8263-FD0C0C3B7363}" srcOrd="5" destOrd="0" presId="urn:microsoft.com/office/officeart/2018/2/layout/IconVerticalSolidList"/>
    <dgm:cxn modelId="{54F81EB7-1753-4214-84F6-91FBF757AA79}" type="presParOf" srcId="{9728FC91-A074-473B-8DB0-A0B28439C06D}" destId="{EEAD6654-7227-48B9-B495-9EDA4E37A042}" srcOrd="6" destOrd="0" presId="urn:microsoft.com/office/officeart/2018/2/layout/IconVerticalSolidList"/>
    <dgm:cxn modelId="{1B036893-8736-47F8-9FCE-88962B3D05E3}" type="presParOf" srcId="{EEAD6654-7227-48B9-B495-9EDA4E37A042}" destId="{8DDE558A-F652-42D4-B353-D6FA30AEB880}" srcOrd="0" destOrd="0" presId="urn:microsoft.com/office/officeart/2018/2/layout/IconVerticalSolidList"/>
    <dgm:cxn modelId="{24E3D127-F69B-487C-AEDF-19E350778A97}" type="presParOf" srcId="{EEAD6654-7227-48B9-B495-9EDA4E37A042}" destId="{F24CD901-A5EC-428C-B93B-4E25487FB60D}" srcOrd="1" destOrd="0" presId="urn:microsoft.com/office/officeart/2018/2/layout/IconVerticalSolidList"/>
    <dgm:cxn modelId="{12D53438-DFDF-4A94-8FC4-A9D5DB9505A6}" type="presParOf" srcId="{EEAD6654-7227-48B9-B495-9EDA4E37A042}" destId="{1C09751E-BD74-40CD-9634-7ABD18F84C2A}" srcOrd="2" destOrd="0" presId="urn:microsoft.com/office/officeart/2018/2/layout/IconVerticalSolidList"/>
    <dgm:cxn modelId="{D6E1893B-3EBE-4D71-8608-2A4C4C3D1BED}" type="presParOf" srcId="{EEAD6654-7227-48B9-B495-9EDA4E37A042}" destId="{2849251D-278F-4AF0-8274-3578422EA147}" srcOrd="3" destOrd="0" presId="urn:microsoft.com/office/officeart/2018/2/layout/IconVerticalSolidList"/>
    <dgm:cxn modelId="{10CA6326-44DF-4408-AD03-0CA7750C4619}" type="presParOf" srcId="{9728FC91-A074-473B-8DB0-A0B28439C06D}" destId="{D8F5D890-D972-4E2B-B68D-56DE41EA3130}" srcOrd="7" destOrd="0" presId="urn:microsoft.com/office/officeart/2018/2/layout/IconVerticalSolidList"/>
    <dgm:cxn modelId="{B4DB84DD-D8C6-43D3-8FDE-91E17226C865}" type="presParOf" srcId="{9728FC91-A074-473B-8DB0-A0B28439C06D}" destId="{A5876ECD-1A5B-4D13-9246-2912A7964407}" srcOrd="8" destOrd="0" presId="urn:microsoft.com/office/officeart/2018/2/layout/IconVerticalSolidList"/>
    <dgm:cxn modelId="{3A9428D8-F60C-4CBF-BB53-05D035ECE6E4}" type="presParOf" srcId="{A5876ECD-1A5B-4D13-9246-2912A7964407}" destId="{53AD4EC7-09EC-43DC-A110-77AD7628F782}" srcOrd="0" destOrd="0" presId="urn:microsoft.com/office/officeart/2018/2/layout/IconVerticalSolidList"/>
    <dgm:cxn modelId="{823E2B1F-E5CA-4DDB-874B-46ECC2F9C472}" type="presParOf" srcId="{A5876ECD-1A5B-4D13-9246-2912A7964407}" destId="{B6E9CC7C-5BD9-40D2-821B-C4298DA80802}" srcOrd="1" destOrd="0" presId="urn:microsoft.com/office/officeart/2018/2/layout/IconVerticalSolidList"/>
    <dgm:cxn modelId="{F4374DD8-1E9D-41C1-A359-853E11D26583}" type="presParOf" srcId="{A5876ECD-1A5B-4D13-9246-2912A7964407}" destId="{72A5ADCB-48DC-4C9D-B409-92AC0C9226DA}" srcOrd="2" destOrd="0" presId="urn:microsoft.com/office/officeart/2018/2/layout/IconVerticalSolidList"/>
    <dgm:cxn modelId="{74888229-35C4-4730-ABEF-3CC04D61BA41}" type="presParOf" srcId="{A5876ECD-1A5B-4D13-9246-2912A7964407}" destId="{BD17B168-C20E-476A-AB37-B3287C6B8A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611F770-D902-42E5-91DB-5E14E7D8DFD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E32238B-A7A6-4F41-BCE6-7489F7511CFA}">
      <dgm:prSet/>
      <dgm:spPr/>
      <dgm:t>
        <a:bodyPr/>
        <a:lstStyle/>
        <a:p>
          <a:r>
            <a:rPr lang="en-US"/>
            <a:t>A </a:t>
          </a:r>
          <a:r>
            <a:rPr lang="en-US" b="1"/>
            <a:t>Repository</a:t>
          </a:r>
          <a:r>
            <a:rPr lang="en-US"/>
            <a:t>, or Repo for short, is where your project lives. Think of it like a folder/directory</a:t>
          </a:r>
        </a:p>
      </dgm:t>
    </dgm:pt>
    <dgm:pt modelId="{5260AD79-EBF6-496F-93BF-9D37FBAB1DE0}" type="parTrans" cxnId="{8830E22B-AFE6-404B-8C30-E7F3AC5ECA47}">
      <dgm:prSet/>
      <dgm:spPr/>
      <dgm:t>
        <a:bodyPr/>
        <a:lstStyle/>
        <a:p>
          <a:endParaRPr lang="en-US"/>
        </a:p>
      </dgm:t>
    </dgm:pt>
    <dgm:pt modelId="{59588071-D00A-45E0-B60B-F32BCD3C7418}" type="sibTrans" cxnId="{8830E22B-AFE6-404B-8C30-E7F3AC5ECA47}">
      <dgm:prSet/>
      <dgm:spPr/>
      <dgm:t>
        <a:bodyPr/>
        <a:lstStyle/>
        <a:p>
          <a:endParaRPr lang="en-US"/>
        </a:p>
      </dgm:t>
    </dgm:pt>
    <dgm:pt modelId="{87F1F57A-44FC-4EAE-9568-39C3FBB5820B}">
      <dgm:prSet/>
      <dgm:spPr/>
      <dgm:t>
        <a:bodyPr/>
        <a:lstStyle/>
        <a:p>
          <a:r>
            <a:rPr lang="en-US"/>
            <a:t>To create one, go to github.com, click “</a:t>
          </a:r>
          <a:r>
            <a:rPr lang="en-US" b="1"/>
            <a:t>New</a:t>
          </a:r>
          <a:r>
            <a:rPr lang="en-US"/>
            <a:t>” to begin setting up a repo.</a:t>
          </a:r>
        </a:p>
      </dgm:t>
    </dgm:pt>
    <dgm:pt modelId="{A8FBE6C3-DBC1-4F50-9F5F-9701894298CD}" type="parTrans" cxnId="{FCF423A1-84F2-4CF2-BB0D-D1E783057016}">
      <dgm:prSet/>
      <dgm:spPr/>
      <dgm:t>
        <a:bodyPr/>
        <a:lstStyle/>
        <a:p>
          <a:endParaRPr lang="en-US"/>
        </a:p>
      </dgm:t>
    </dgm:pt>
    <dgm:pt modelId="{955806F9-E6CD-400D-ADDE-7DC25EE06AB6}" type="sibTrans" cxnId="{FCF423A1-84F2-4CF2-BB0D-D1E783057016}">
      <dgm:prSet/>
      <dgm:spPr/>
      <dgm:t>
        <a:bodyPr/>
        <a:lstStyle/>
        <a:p>
          <a:endParaRPr lang="en-US"/>
        </a:p>
      </dgm:t>
    </dgm:pt>
    <dgm:pt modelId="{EEB375E2-B70C-485C-9472-39A435F2B98B}">
      <dgm:prSet/>
      <dgm:spPr/>
      <dgm:t>
        <a:bodyPr/>
        <a:lstStyle/>
        <a:p>
          <a:r>
            <a:rPr lang="en-US"/>
            <a:t>Things to Consider:</a:t>
          </a:r>
        </a:p>
      </dgm:t>
    </dgm:pt>
    <dgm:pt modelId="{A9A8240D-A014-43AE-BC11-1E7670129C85}" type="parTrans" cxnId="{64E77927-0147-490F-8E94-6E9BEA92B64A}">
      <dgm:prSet/>
      <dgm:spPr/>
      <dgm:t>
        <a:bodyPr/>
        <a:lstStyle/>
        <a:p>
          <a:endParaRPr lang="en-US"/>
        </a:p>
      </dgm:t>
    </dgm:pt>
    <dgm:pt modelId="{057819F7-BDBE-4F16-9F55-C08890B7D0F6}" type="sibTrans" cxnId="{64E77927-0147-490F-8E94-6E9BEA92B64A}">
      <dgm:prSet/>
      <dgm:spPr/>
      <dgm:t>
        <a:bodyPr/>
        <a:lstStyle/>
        <a:p>
          <a:endParaRPr lang="en-US"/>
        </a:p>
      </dgm:t>
    </dgm:pt>
    <dgm:pt modelId="{1D199356-6A96-4F91-A3B4-7F33BE840A20}">
      <dgm:prSet/>
      <dgm:spPr/>
      <dgm:t>
        <a:bodyPr/>
        <a:lstStyle/>
        <a:p>
          <a:r>
            <a:rPr lang="en-US"/>
            <a:t>Public vs. Private</a:t>
          </a:r>
        </a:p>
      </dgm:t>
    </dgm:pt>
    <dgm:pt modelId="{BFA8232A-AD08-4A09-B3E4-66D304246722}" type="parTrans" cxnId="{F1149EC8-A019-41A0-9740-1F4A3AFDB30F}">
      <dgm:prSet/>
      <dgm:spPr/>
      <dgm:t>
        <a:bodyPr/>
        <a:lstStyle/>
        <a:p>
          <a:endParaRPr lang="en-US"/>
        </a:p>
      </dgm:t>
    </dgm:pt>
    <dgm:pt modelId="{C3244B8B-363E-4508-821C-5EE11C5C890A}" type="sibTrans" cxnId="{F1149EC8-A019-41A0-9740-1F4A3AFDB30F}">
      <dgm:prSet/>
      <dgm:spPr/>
      <dgm:t>
        <a:bodyPr/>
        <a:lstStyle/>
        <a:p>
          <a:endParaRPr lang="en-US"/>
        </a:p>
      </dgm:t>
    </dgm:pt>
    <dgm:pt modelId="{348D8D86-7618-45C9-A462-6020E1FE586A}">
      <dgm:prSet/>
      <dgm:spPr/>
      <dgm:t>
        <a:bodyPr/>
        <a:lstStyle/>
        <a:p>
          <a:r>
            <a:rPr lang="en-US"/>
            <a:t>README</a:t>
          </a:r>
        </a:p>
      </dgm:t>
    </dgm:pt>
    <dgm:pt modelId="{71E50A57-6AF7-4616-8947-A6B2250AB814}" type="parTrans" cxnId="{456DBE28-52AA-4F9C-98AC-1B8F462B28AC}">
      <dgm:prSet/>
      <dgm:spPr/>
      <dgm:t>
        <a:bodyPr/>
        <a:lstStyle/>
        <a:p>
          <a:endParaRPr lang="en-US"/>
        </a:p>
      </dgm:t>
    </dgm:pt>
    <dgm:pt modelId="{102501CB-5E62-4178-AA18-38F37AFD9E3F}" type="sibTrans" cxnId="{456DBE28-52AA-4F9C-98AC-1B8F462B28AC}">
      <dgm:prSet/>
      <dgm:spPr/>
      <dgm:t>
        <a:bodyPr/>
        <a:lstStyle/>
        <a:p>
          <a:endParaRPr lang="en-US"/>
        </a:p>
      </dgm:t>
    </dgm:pt>
    <dgm:pt modelId="{AA7ED845-A715-4CD5-A456-96694D55A748}">
      <dgm:prSet/>
      <dgm:spPr/>
      <dgm:t>
        <a:bodyPr/>
        <a:lstStyle/>
        <a:p>
          <a:r>
            <a:rPr lang="en-US"/>
            <a:t>.gitignore</a:t>
          </a:r>
        </a:p>
      </dgm:t>
    </dgm:pt>
    <dgm:pt modelId="{CADD0823-7714-4901-87A0-994496A16073}" type="parTrans" cxnId="{AC7B81E3-5D1D-4357-9617-4646FDFA9408}">
      <dgm:prSet/>
      <dgm:spPr/>
      <dgm:t>
        <a:bodyPr/>
        <a:lstStyle/>
        <a:p>
          <a:endParaRPr lang="en-US"/>
        </a:p>
      </dgm:t>
    </dgm:pt>
    <dgm:pt modelId="{2C9C1543-37E0-46FD-AF31-2E3B3E050F3A}" type="sibTrans" cxnId="{AC7B81E3-5D1D-4357-9617-4646FDFA9408}">
      <dgm:prSet/>
      <dgm:spPr/>
      <dgm:t>
        <a:bodyPr/>
        <a:lstStyle/>
        <a:p>
          <a:endParaRPr lang="en-US"/>
        </a:p>
      </dgm:t>
    </dgm:pt>
    <dgm:pt modelId="{69195D6F-EA87-4BD5-A77F-5B517F6D019C}">
      <dgm:prSet/>
      <dgm:spPr/>
      <dgm:t>
        <a:bodyPr/>
        <a:lstStyle/>
        <a:p>
          <a:r>
            <a:rPr lang="en-US"/>
            <a:t>Licensing</a:t>
          </a:r>
        </a:p>
      </dgm:t>
    </dgm:pt>
    <dgm:pt modelId="{6B3FAEB0-2A0D-41B7-8D7E-E146037C760C}" type="parTrans" cxnId="{1DD3994F-47E4-4A09-92CA-50AFAFA3E64F}">
      <dgm:prSet/>
      <dgm:spPr/>
      <dgm:t>
        <a:bodyPr/>
        <a:lstStyle/>
        <a:p>
          <a:endParaRPr lang="en-US"/>
        </a:p>
      </dgm:t>
    </dgm:pt>
    <dgm:pt modelId="{B484BAB2-36F1-4B4C-8FB3-0E55E02221E4}" type="sibTrans" cxnId="{1DD3994F-47E4-4A09-92CA-50AFAFA3E64F}">
      <dgm:prSet/>
      <dgm:spPr/>
      <dgm:t>
        <a:bodyPr/>
        <a:lstStyle/>
        <a:p>
          <a:endParaRPr lang="en-US"/>
        </a:p>
      </dgm:t>
    </dgm:pt>
    <dgm:pt modelId="{588926A6-8A41-42B4-8205-E3C8E2063659}" type="pres">
      <dgm:prSet presAssocID="{4611F770-D902-42E5-91DB-5E14E7D8DFD8}" presName="root" presStyleCnt="0">
        <dgm:presLayoutVars>
          <dgm:dir/>
          <dgm:resizeHandles val="exact"/>
        </dgm:presLayoutVars>
      </dgm:prSet>
      <dgm:spPr/>
    </dgm:pt>
    <dgm:pt modelId="{7314F7E1-FDBA-46B3-BF3F-781E344855F6}" type="pres">
      <dgm:prSet presAssocID="{5E32238B-A7A6-4F41-BCE6-7489F7511CFA}" presName="compNode" presStyleCnt="0"/>
      <dgm:spPr/>
    </dgm:pt>
    <dgm:pt modelId="{957BF4E7-606B-4400-B7D7-972B25A82EF9}" type="pres">
      <dgm:prSet presAssocID="{5E32238B-A7A6-4F41-BCE6-7489F7511CFA}" presName="bgRect" presStyleLbl="bgShp" presStyleIdx="0" presStyleCnt="3"/>
      <dgm:spPr/>
    </dgm:pt>
    <dgm:pt modelId="{8961DF5B-DD53-4F53-8586-CA7A30C854F8}" type="pres">
      <dgm:prSet presAssocID="{5E32238B-A7A6-4F41-BCE6-7489F7511CF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389BAE09-FED0-48F8-BFC6-CADC18093949}" type="pres">
      <dgm:prSet presAssocID="{5E32238B-A7A6-4F41-BCE6-7489F7511CFA}" presName="spaceRect" presStyleCnt="0"/>
      <dgm:spPr/>
    </dgm:pt>
    <dgm:pt modelId="{AE3FE835-69F3-4DD0-BB33-2E52164B0042}" type="pres">
      <dgm:prSet presAssocID="{5E32238B-A7A6-4F41-BCE6-7489F7511CFA}" presName="parTx" presStyleLbl="revTx" presStyleIdx="0" presStyleCnt="4">
        <dgm:presLayoutVars>
          <dgm:chMax val="0"/>
          <dgm:chPref val="0"/>
        </dgm:presLayoutVars>
      </dgm:prSet>
      <dgm:spPr/>
    </dgm:pt>
    <dgm:pt modelId="{CE77A5B1-DAB9-4CEC-AFDA-B4F45C5F9AF8}" type="pres">
      <dgm:prSet presAssocID="{59588071-D00A-45E0-B60B-F32BCD3C7418}" presName="sibTrans" presStyleCnt="0"/>
      <dgm:spPr/>
    </dgm:pt>
    <dgm:pt modelId="{E7DA5509-5BE4-4B36-A2A9-F7A62D89460D}" type="pres">
      <dgm:prSet presAssocID="{87F1F57A-44FC-4EAE-9568-39C3FBB5820B}" presName="compNode" presStyleCnt="0"/>
      <dgm:spPr/>
    </dgm:pt>
    <dgm:pt modelId="{EF8F466F-9973-4160-85C9-4C7E7234E331}" type="pres">
      <dgm:prSet presAssocID="{87F1F57A-44FC-4EAE-9568-39C3FBB5820B}" presName="bgRect" presStyleLbl="bgShp" presStyleIdx="1" presStyleCnt="3"/>
      <dgm:spPr/>
    </dgm:pt>
    <dgm:pt modelId="{255311D1-28E4-4D9B-AD1F-085A6E62E334}" type="pres">
      <dgm:prSet presAssocID="{87F1F57A-44FC-4EAE-9568-39C3FBB5820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FA45520B-0E6C-4779-BA06-D3624B8940BD}" type="pres">
      <dgm:prSet presAssocID="{87F1F57A-44FC-4EAE-9568-39C3FBB5820B}" presName="spaceRect" presStyleCnt="0"/>
      <dgm:spPr/>
    </dgm:pt>
    <dgm:pt modelId="{FF40427D-46BE-4A56-A699-1E351E7B091F}" type="pres">
      <dgm:prSet presAssocID="{87F1F57A-44FC-4EAE-9568-39C3FBB5820B}" presName="parTx" presStyleLbl="revTx" presStyleIdx="1" presStyleCnt="4">
        <dgm:presLayoutVars>
          <dgm:chMax val="0"/>
          <dgm:chPref val="0"/>
        </dgm:presLayoutVars>
      </dgm:prSet>
      <dgm:spPr/>
    </dgm:pt>
    <dgm:pt modelId="{C361DE80-DE7F-404A-B27F-7367D2B97F14}" type="pres">
      <dgm:prSet presAssocID="{955806F9-E6CD-400D-ADDE-7DC25EE06AB6}" presName="sibTrans" presStyleCnt="0"/>
      <dgm:spPr/>
    </dgm:pt>
    <dgm:pt modelId="{9E58ABD0-07D1-4549-B455-872010F35529}" type="pres">
      <dgm:prSet presAssocID="{EEB375E2-B70C-485C-9472-39A435F2B98B}" presName="compNode" presStyleCnt="0"/>
      <dgm:spPr/>
    </dgm:pt>
    <dgm:pt modelId="{99AAEB1A-5752-4867-B1DA-A9AE28B82549}" type="pres">
      <dgm:prSet presAssocID="{EEB375E2-B70C-485C-9472-39A435F2B98B}" presName="bgRect" presStyleLbl="bgShp" presStyleIdx="2" presStyleCnt="3"/>
      <dgm:spPr/>
    </dgm:pt>
    <dgm:pt modelId="{96AB6AF7-E424-4811-AB6C-A2BC389B4C81}" type="pres">
      <dgm:prSet presAssocID="{EEB375E2-B70C-485C-9472-39A435F2B98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C963DBB0-F3F4-4226-9348-501B0604C25D}" type="pres">
      <dgm:prSet presAssocID="{EEB375E2-B70C-485C-9472-39A435F2B98B}" presName="spaceRect" presStyleCnt="0"/>
      <dgm:spPr/>
    </dgm:pt>
    <dgm:pt modelId="{55A29E19-4472-407D-B037-8F1BE31380A7}" type="pres">
      <dgm:prSet presAssocID="{EEB375E2-B70C-485C-9472-39A435F2B98B}" presName="parTx" presStyleLbl="revTx" presStyleIdx="2" presStyleCnt="4">
        <dgm:presLayoutVars>
          <dgm:chMax val="0"/>
          <dgm:chPref val="0"/>
        </dgm:presLayoutVars>
      </dgm:prSet>
      <dgm:spPr/>
    </dgm:pt>
    <dgm:pt modelId="{A57A4FDC-9F7D-4B15-934D-0296CC565959}" type="pres">
      <dgm:prSet presAssocID="{EEB375E2-B70C-485C-9472-39A435F2B98B}" presName="desTx" presStyleLbl="revTx" presStyleIdx="3" presStyleCnt="4">
        <dgm:presLayoutVars/>
      </dgm:prSet>
      <dgm:spPr/>
    </dgm:pt>
  </dgm:ptLst>
  <dgm:cxnLst>
    <dgm:cxn modelId="{A4E93404-A1E5-40AC-AA90-8348968AFFD4}" type="presOf" srcId="{69195D6F-EA87-4BD5-A77F-5B517F6D019C}" destId="{A57A4FDC-9F7D-4B15-934D-0296CC565959}" srcOrd="0" destOrd="3" presId="urn:microsoft.com/office/officeart/2018/2/layout/IconVerticalSolidList"/>
    <dgm:cxn modelId="{63A31416-6F40-4427-B02A-0DBA4A51AC78}" type="presOf" srcId="{4611F770-D902-42E5-91DB-5E14E7D8DFD8}" destId="{588926A6-8A41-42B4-8205-E3C8E2063659}" srcOrd="0" destOrd="0" presId="urn:microsoft.com/office/officeart/2018/2/layout/IconVerticalSolidList"/>
    <dgm:cxn modelId="{6A3D2D22-C883-4269-B8B1-B44E173A7DEB}" type="presOf" srcId="{AA7ED845-A715-4CD5-A456-96694D55A748}" destId="{A57A4FDC-9F7D-4B15-934D-0296CC565959}" srcOrd="0" destOrd="2" presId="urn:microsoft.com/office/officeart/2018/2/layout/IconVerticalSolidList"/>
    <dgm:cxn modelId="{64E77927-0147-490F-8E94-6E9BEA92B64A}" srcId="{4611F770-D902-42E5-91DB-5E14E7D8DFD8}" destId="{EEB375E2-B70C-485C-9472-39A435F2B98B}" srcOrd="2" destOrd="0" parTransId="{A9A8240D-A014-43AE-BC11-1E7670129C85}" sibTransId="{057819F7-BDBE-4F16-9F55-C08890B7D0F6}"/>
    <dgm:cxn modelId="{456DBE28-52AA-4F9C-98AC-1B8F462B28AC}" srcId="{EEB375E2-B70C-485C-9472-39A435F2B98B}" destId="{348D8D86-7618-45C9-A462-6020E1FE586A}" srcOrd="1" destOrd="0" parTransId="{71E50A57-6AF7-4616-8947-A6B2250AB814}" sibTransId="{102501CB-5E62-4178-AA18-38F37AFD9E3F}"/>
    <dgm:cxn modelId="{8830E22B-AFE6-404B-8C30-E7F3AC5ECA47}" srcId="{4611F770-D902-42E5-91DB-5E14E7D8DFD8}" destId="{5E32238B-A7A6-4F41-BCE6-7489F7511CFA}" srcOrd="0" destOrd="0" parTransId="{5260AD79-EBF6-496F-93BF-9D37FBAB1DE0}" sibTransId="{59588071-D00A-45E0-B60B-F32BCD3C7418}"/>
    <dgm:cxn modelId="{1DD3994F-47E4-4A09-92CA-50AFAFA3E64F}" srcId="{EEB375E2-B70C-485C-9472-39A435F2B98B}" destId="{69195D6F-EA87-4BD5-A77F-5B517F6D019C}" srcOrd="3" destOrd="0" parTransId="{6B3FAEB0-2A0D-41B7-8D7E-E146037C760C}" sibTransId="{B484BAB2-36F1-4B4C-8FB3-0E55E02221E4}"/>
    <dgm:cxn modelId="{E7266F84-FE25-480C-A2E4-6564A7463A7E}" type="presOf" srcId="{87F1F57A-44FC-4EAE-9568-39C3FBB5820B}" destId="{FF40427D-46BE-4A56-A699-1E351E7B091F}" srcOrd="0" destOrd="0" presId="urn:microsoft.com/office/officeart/2018/2/layout/IconVerticalSolidList"/>
    <dgm:cxn modelId="{84544E8D-1E9D-44AA-8600-61CB3304288C}" type="presOf" srcId="{1D199356-6A96-4F91-A3B4-7F33BE840A20}" destId="{A57A4FDC-9F7D-4B15-934D-0296CC565959}" srcOrd="0" destOrd="0" presId="urn:microsoft.com/office/officeart/2018/2/layout/IconVerticalSolidList"/>
    <dgm:cxn modelId="{FCF423A1-84F2-4CF2-BB0D-D1E783057016}" srcId="{4611F770-D902-42E5-91DB-5E14E7D8DFD8}" destId="{87F1F57A-44FC-4EAE-9568-39C3FBB5820B}" srcOrd="1" destOrd="0" parTransId="{A8FBE6C3-DBC1-4F50-9F5F-9701894298CD}" sibTransId="{955806F9-E6CD-400D-ADDE-7DC25EE06AB6}"/>
    <dgm:cxn modelId="{F1149EC8-A019-41A0-9740-1F4A3AFDB30F}" srcId="{EEB375E2-B70C-485C-9472-39A435F2B98B}" destId="{1D199356-6A96-4F91-A3B4-7F33BE840A20}" srcOrd="0" destOrd="0" parTransId="{BFA8232A-AD08-4A09-B3E4-66D304246722}" sibTransId="{C3244B8B-363E-4508-821C-5EE11C5C890A}"/>
    <dgm:cxn modelId="{AC7B81E3-5D1D-4357-9617-4646FDFA9408}" srcId="{EEB375E2-B70C-485C-9472-39A435F2B98B}" destId="{AA7ED845-A715-4CD5-A456-96694D55A748}" srcOrd="2" destOrd="0" parTransId="{CADD0823-7714-4901-87A0-994496A16073}" sibTransId="{2C9C1543-37E0-46FD-AF31-2E3B3E050F3A}"/>
    <dgm:cxn modelId="{9FE51FE8-8EA0-4C60-BC7A-4716C23B9631}" type="presOf" srcId="{348D8D86-7618-45C9-A462-6020E1FE586A}" destId="{A57A4FDC-9F7D-4B15-934D-0296CC565959}" srcOrd="0" destOrd="1" presId="urn:microsoft.com/office/officeart/2018/2/layout/IconVerticalSolidList"/>
    <dgm:cxn modelId="{808A12F1-4ACF-430D-919E-6365A1DE5BC6}" type="presOf" srcId="{EEB375E2-B70C-485C-9472-39A435F2B98B}" destId="{55A29E19-4472-407D-B037-8F1BE31380A7}" srcOrd="0" destOrd="0" presId="urn:microsoft.com/office/officeart/2018/2/layout/IconVerticalSolidList"/>
    <dgm:cxn modelId="{D1772FFD-F691-459C-AEAD-1AF7F78365F5}" type="presOf" srcId="{5E32238B-A7A6-4F41-BCE6-7489F7511CFA}" destId="{AE3FE835-69F3-4DD0-BB33-2E52164B0042}" srcOrd="0" destOrd="0" presId="urn:microsoft.com/office/officeart/2018/2/layout/IconVerticalSolidList"/>
    <dgm:cxn modelId="{D371A5B3-06FE-460A-ABAC-2FF884C3A37E}" type="presParOf" srcId="{588926A6-8A41-42B4-8205-E3C8E2063659}" destId="{7314F7E1-FDBA-46B3-BF3F-781E344855F6}" srcOrd="0" destOrd="0" presId="urn:microsoft.com/office/officeart/2018/2/layout/IconVerticalSolidList"/>
    <dgm:cxn modelId="{ABC91AFA-CD3B-4CFB-9107-2B32D87EA332}" type="presParOf" srcId="{7314F7E1-FDBA-46B3-BF3F-781E344855F6}" destId="{957BF4E7-606B-4400-B7D7-972B25A82EF9}" srcOrd="0" destOrd="0" presId="urn:microsoft.com/office/officeart/2018/2/layout/IconVerticalSolidList"/>
    <dgm:cxn modelId="{5A8D31D5-8035-40BE-A172-E26CD5977AF5}" type="presParOf" srcId="{7314F7E1-FDBA-46B3-BF3F-781E344855F6}" destId="{8961DF5B-DD53-4F53-8586-CA7A30C854F8}" srcOrd="1" destOrd="0" presId="urn:microsoft.com/office/officeart/2018/2/layout/IconVerticalSolidList"/>
    <dgm:cxn modelId="{F33AE05F-AFA3-4DC7-85F9-1BC4E5CC9E90}" type="presParOf" srcId="{7314F7E1-FDBA-46B3-BF3F-781E344855F6}" destId="{389BAE09-FED0-48F8-BFC6-CADC18093949}" srcOrd="2" destOrd="0" presId="urn:microsoft.com/office/officeart/2018/2/layout/IconVerticalSolidList"/>
    <dgm:cxn modelId="{562C9F5F-BFBB-4C59-8469-F64DED42D2E7}" type="presParOf" srcId="{7314F7E1-FDBA-46B3-BF3F-781E344855F6}" destId="{AE3FE835-69F3-4DD0-BB33-2E52164B0042}" srcOrd="3" destOrd="0" presId="urn:microsoft.com/office/officeart/2018/2/layout/IconVerticalSolidList"/>
    <dgm:cxn modelId="{36E4E3EC-3DDC-460F-909F-0EAA2B539116}" type="presParOf" srcId="{588926A6-8A41-42B4-8205-E3C8E2063659}" destId="{CE77A5B1-DAB9-4CEC-AFDA-B4F45C5F9AF8}" srcOrd="1" destOrd="0" presId="urn:microsoft.com/office/officeart/2018/2/layout/IconVerticalSolidList"/>
    <dgm:cxn modelId="{D22FDAEA-EC0F-40B7-B3E8-7FA8BA95FF33}" type="presParOf" srcId="{588926A6-8A41-42B4-8205-E3C8E2063659}" destId="{E7DA5509-5BE4-4B36-A2A9-F7A62D89460D}" srcOrd="2" destOrd="0" presId="urn:microsoft.com/office/officeart/2018/2/layout/IconVerticalSolidList"/>
    <dgm:cxn modelId="{DAD7586B-FE8B-4036-82B6-F7A907DD7CB3}" type="presParOf" srcId="{E7DA5509-5BE4-4B36-A2A9-F7A62D89460D}" destId="{EF8F466F-9973-4160-85C9-4C7E7234E331}" srcOrd="0" destOrd="0" presId="urn:microsoft.com/office/officeart/2018/2/layout/IconVerticalSolidList"/>
    <dgm:cxn modelId="{CBF19163-508F-4373-A47D-011830FCFDEB}" type="presParOf" srcId="{E7DA5509-5BE4-4B36-A2A9-F7A62D89460D}" destId="{255311D1-28E4-4D9B-AD1F-085A6E62E334}" srcOrd="1" destOrd="0" presId="urn:microsoft.com/office/officeart/2018/2/layout/IconVerticalSolidList"/>
    <dgm:cxn modelId="{13D4122A-EEC2-414D-8162-FD2A1CFE6A88}" type="presParOf" srcId="{E7DA5509-5BE4-4B36-A2A9-F7A62D89460D}" destId="{FA45520B-0E6C-4779-BA06-D3624B8940BD}" srcOrd="2" destOrd="0" presId="urn:microsoft.com/office/officeart/2018/2/layout/IconVerticalSolidList"/>
    <dgm:cxn modelId="{99C28662-67CD-4BDD-B822-E77E76D525AC}" type="presParOf" srcId="{E7DA5509-5BE4-4B36-A2A9-F7A62D89460D}" destId="{FF40427D-46BE-4A56-A699-1E351E7B091F}" srcOrd="3" destOrd="0" presId="urn:microsoft.com/office/officeart/2018/2/layout/IconVerticalSolidList"/>
    <dgm:cxn modelId="{4E36C1B4-79DF-4D0E-B27F-AA97D24C905E}" type="presParOf" srcId="{588926A6-8A41-42B4-8205-E3C8E2063659}" destId="{C361DE80-DE7F-404A-B27F-7367D2B97F14}" srcOrd="3" destOrd="0" presId="urn:microsoft.com/office/officeart/2018/2/layout/IconVerticalSolidList"/>
    <dgm:cxn modelId="{A19095AF-A8AC-41F4-85CC-E7F37FB8AED4}" type="presParOf" srcId="{588926A6-8A41-42B4-8205-E3C8E2063659}" destId="{9E58ABD0-07D1-4549-B455-872010F35529}" srcOrd="4" destOrd="0" presId="urn:microsoft.com/office/officeart/2018/2/layout/IconVerticalSolidList"/>
    <dgm:cxn modelId="{B1D6F4B1-AEB2-4F1C-9B76-562207AD30B8}" type="presParOf" srcId="{9E58ABD0-07D1-4549-B455-872010F35529}" destId="{99AAEB1A-5752-4867-B1DA-A9AE28B82549}" srcOrd="0" destOrd="0" presId="urn:microsoft.com/office/officeart/2018/2/layout/IconVerticalSolidList"/>
    <dgm:cxn modelId="{C06973A4-C293-4FB1-876F-CF5C90274A16}" type="presParOf" srcId="{9E58ABD0-07D1-4549-B455-872010F35529}" destId="{96AB6AF7-E424-4811-AB6C-A2BC389B4C81}" srcOrd="1" destOrd="0" presId="urn:microsoft.com/office/officeart/2018/2/layout/IconVerticalSolidList"/>
    <dgm:cxn modelId="{3517F827-B387-4791-AA20-4EBF9AFBCA7A}" type="presParOf" srcId="{9E58ABD0-07D1-4549-B455-872010F35529}" destId="{C963DBB0-F3F4-4226-9348-501B0604C25D}" srcOrd="2" destOrd="0" presId="urn:microsoft.com/office/officeart/2018/2/layout/IconVerticalSolidList"/>
    <dgm:cxn modelId="{515BED7B-DA60-40F7-8B91-626010713F19}" type="presParOf" srcId="{9E58ABD0-07D1-4549-B455-872010F35529}" destId="{55A29E19-4472-407D-B037-8F1BE31380A7}" srcOrd="3" destOrd="0" presId="urn:microsoft.com/office/officeart/2018/2/layout/IconVerticalSolidList"/>
    <dgm:cxn modelId="{AF8376EF-D234-483A-98D3-CB0E4214282A}" type="presParOf" srcId="{9E58ABD0-07D1-4549-B455-872010F35529}" destId="{A57A4FDC-9F7D-4B15-934D-0296CC565959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E54D9A9-A4F0-4818-85DD-8754813ABF0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089B281-4C78-47EB-90D6-17163CB8A0DA}">
      <dgm:prSet/>
      <dgm:spPr/>
      <dgm:t>
        <a:bodyPr/>
        <a:lstStyle/>
        <a:p>
          <a:r>
            <a:rPr lang="en-US"/>
            <a:t>Updates your local repository with changes from GitHub (usually from the main branch)</a:t>
          </a:r>
        </a:p>
      </dgm:t>
    </dgm:pt>
    <dgm:pt modelId="{2C0C802C-B3E3-4E4E-92D1-BE266A2D7817}" type="parTrans" cxnId="{0D878533-56B2-475A-9D4F-633648775406}">
      <dgm:prSet/>
      <dgm:spPr/>
      <dgm:t>
        <a:bodyPr/>
        <a:lstStyle/>
        <a:p>
          <a:endParaRPr lang="en-US"/>
        </a:p>
      </dgm:t>
    </dgm:pt>
    <dgm:pt modelId="{47C3C29A-DE57-4E35-BD6C-5A08C661BBEC}" type="sibTrans" cxnId="{0D878533-56B2-475A-9D4F-633648775406}">
      <dgm:prSet/>
      <dgm:spPr/>
      <dgm:t>
        <a:bodyPr/>
        <a:lstStyle/>
        <a:p>
          <a:endParaRPr lang="en-US"/>
        </a:p>
      </dgm:t>
    </dgm:pt>
    <dgm:pt modelId="{7F2C0B81-0FEC-4EE6-95E3-B44FE6E6E947}">
      <dgm:prSet/>
      <dgm:spPr/>
      <dgm:t>
        <a:bodyPr/>
        <a:lstStyle/>
        <a:p>
          <a:r>
            <a:rPr lang="en-US" dirty="0"/>
            <a:t>git pull origin main (changes are pulled from main here, but they could be a branch instead)</a:t>
          </a:r>
        </a:p>
      </dgm:t>
    </dgm:pt>
    <dgm:pt modelId="{6F5F2AC7-45A7-4E7D-88A3-60D79FA8941E}" type="parTrans" cxnId="{150C6AAF-B96A-47D8-995A-1A5AF4AB44B3}">
      <dgm:prSet/>
      <dgm:spPr/>
      <dgm:t>
        <a:bodyPr/>
        <a:lstStyle/>
        <a:p>
          <a:endParaRPr lang="en-US"/>
        </a:p>
      </dgm:t>
    </dgm:pt>
    <dgm:pt modelId="{0C984164-7CCD-4DCE-9A1F-CA7C563418E3}" type="sibTrans" cxnId="{150C6AAF-B96A-47D8-995A-1A5AF4AB44B3}">
      <dgm:prSet/>
      <dgm:spPr/>
      <dgm:t>
        <a:bodyPr/>
        <a:lstStyle/>
        <a:p>
          <a:endParaRPr lang="en-US"/>
        </a:p>
      </dgm:t>
    </dgm:pt>
    <dgm:pt modelId="{EAF8587C-FA38-4074-804E-F77068876C59}">
      <dgm:prSet/>
      <dgm:spPr/>
      <dgm:t>
        <a:bodyPr/>
        <a:lstStyle/>
        <a:p>
          <a:r>
            <a:rPr lang="en-US"/>
            <a:t>git fetch (updates your repository, but not your codespace. A bit safer)</a:t>
          </a:r>
        </a:p>
      </dgm:t>
    </dgm:pt>
    <dgm:pt modelId="{3C458274-B72A-490F-9AD5-A346B0B6388C}" type="parTrans" cxnId="{CBD5D66C-9ECC-424C-8790-3A62A293F5A5}">
      <dgm:prSet/>
      <dgm:spPr/>
      <dgm:t>
        <a:bodyPr/>
        <a:lstStyle/>
        <a:p>
          <a:endParaRPr lang="en-US"/>
        </a:p>
      </dgm:t>
    </dgm:pt>
    <dgm:pt modelId="{C413A67C-ECFA-46E6-B52D-F7568C43BBB5}" type="sibTrans" cxnId="{CBD5D66C-9ECC-424C-8790-3A62A293F5A5}">
      <dgm:prSet/>
      <dgm:spPr/>
      <dgm:t>
        <a:bodyPr/>
        <a:lstStyle/>
        <a:p>
          <a:endParaRPr lang="en-US"/>
        </a:p>
      </dgm:t>
    </dgm:pt>
    <dgm:pt modelId="{A40F7DBE-40CE-44AB-A0C0-7BF0CDBA510C}" type="pres">
      <dgm:prSet presAssocID="{3E54D9A9-A4F0-4818-85DD-8754813ABF0F}" presName="root" presStyleCnt="0">
        <dgm:presLayoutVars>
          <dgm:dir/>
          <dgm:resizeHandles val="exact"/>
        </dgm:presLayoutVars>
      </dgm:prSet>
      <dgm:spPr/>
    </dgm:pt>
    <dgm:pt modelId="{60EE65A8-53FA-4232-813C-AA71F21172D6}" type="pres">
      <dgm:prSet presAssocID="{F089B281-4C78-47EB-90D6-17163CB8A0DA}" presName="compNode" presStyleCnt="0"/>
      <dgm:spPr/>
    </dgm:pt>
    <dgm:pt modelId="{FA89A496-4821-484D-9A1D-568BDE51B6E0}" type="pres">
      <dgm:prSet presAssocID="{F089B281-4C78-47EB-90D6-17163CB8A0DA}" presName="bgRect" presStyleLbl="bgShp" presStyleIdx="0" presStyleCnt="3"/>
      <dgm:spPr/>
    </dgm:pt>
    <dgm:pt modelId="{0A65EB0D-ABCF-401B-B1A7-FEEC5E86E519}" type="pres">
      <dgm:prSet presAssocID="{F089B281-4C78-47EB-90D6-17163CB8A0D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EF3641C4-2E49-44DE-A828-36BB1FE35389}" type="pres">
      <dgm:prSet presAssocID="{F089B281-4C78-47EB-90D6-17163CB8A0DA}" presName="spaceRect" presStyleCnt="0"/>
      <dgm:spPr/>
    </dgm:pt>
    <dgm:pt modelId="{472858E8-E6C5-4078-9C47-518220F187F2}" type="pres">
      <dgm:prSet presAssocID="{F089B281-4C78-47EB-90D6-17163CB8A0DA}" presName="parTx" presStyleLbl="revTx" presStyleIdx="0" presStyleCnt="3">
        <dgm:presLayoutVars>
          <dgm:chMax val="0"/>
          <dgm:chPref val="0"/>
        </dgm:presLayoutVars>
      </dgm:prSet>
      <dgm:spPr/>
    </dgm:pt>
    <dgm:pt modelId="{1E17A818-F497-4FDD-9A4A-8F357AB50232}" type="pres">
      <dgm:prSet presAssocID="{47C3C29A-DE57-4E35-BD6C-5A08C661BBEC}" presName="sibTrans" presStyleCnt="0"/>
      <dgm:spPr/>
    </dgm:pt>
    <dgm:pt modelId="{F8F7557A-AC6E-4DE6-94D3-87584786CFDD}" type="pres">
      <dgm:prSet presAssocID="{7F2C0B81-0FEC-4EE6-95E3-B44FE6E6E947}" presName="compNode" presStyleCnt="0"/>
      <dgm:spPr/>
    </dgm:pt>
    <dgm:pt modelId="{4B117A7C-AE30-45DD-BF56-F33F6CB0EF8F}" type="pres">
      <dgm:prSet presAssocID="{7F2C0B81-0FEC-4EE6-95E3-B44FE6E6E947}" presName="bgRect" presStyleLbl="bgShp" presStyleIdx="1" presStyleCnt="3"/>
      <dgm:spPr/>
    </dgm:pt>
    <dgm:pt modelId="{0DFC8CAF-62DD-4230-B632-3BD00CC63BBF}" type="pres">
      <dgm:prSet presAssocID="{7F2C0B81-0FEC-4EE6-95E3-B44FE6E6E94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078ACCE4-A7D7-45F8-80AB-EC9E6E686D59}" type="pres">
      <dgm:prSet presAssocID="{7F2C0B81-0FEC-4EE6-95E3-B44FE6E6E947}" presName="spaceRect" presStyleCnt="0"/>
      <dgm:spPr/>
    </dgm:pt>
    <dgm:pt modelId="{9825FA41-9E74-4DD2-9010-4EF60776D7DE}" type="pres">
      <dgm:prSet presAssocID="{7F2C0B81-0FEC-4EE6-95E3-B44FE6E6E947}" presName="parTx" presStyleLbl="revTx" presStyleIdx="1" presStyleCnt="3">
        <dgm:presLayoutVars>
          <dgm:chMax val="0"/>
          <dgm:chPref val="0"/>
        </dgm:presLayoutVars>
      </dgm:prSet>
      <dgm:spPr/>
    </dgm:pt>
    <dgm:pt modelId="{B4F83C20-DDF6-4133-BFFD-FE711A8280D0}" type="pres">
      <dgm:prSet presAssocID="{0C984164-7CCD-4DCE-9A1F-CA7C563418E3}" presName="sibTrans" presStyleCnt="0"/>
      <dgm:spPr/>
    </dgm:pt>
    <dgm:pt modelId="{869E2237-702A-4671-B4F0-46DD5336A6D4}" type="pres">
      <dgm:prSet presAssocID="{EAF8587C-FA38-4074-804E-F77068876C59}" presName="compNode" presStyleCnt="0"/>
      <dgm:spPr/>
    </dgm:pt>
    <dgm:pt modelId="{56710C4B-1038-4BC7-8DE1-CC173587BEF4}" type="pres">
      <dgm:prSet presAssocID="{EAF8587C-FA38-4074-804E-F77068876C59}" presName="bgRect" presStyleLbl="bgShp" presStyleIdx="2" presStyleCnt="3"/>
      <dgm:spPr/>
    </dgm:pt>
    <dgm:pt modelId="{490D7BDA-2DA2-4C02-867C-E41BB39DBE6D}" type="pres">
      <dgm:prSet presAssocID="{EAF8587C-FA38-4074-804E-F77068876C5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6804D8A-F452-4BA7-91FE-1B586C6A248F}" type="pres">
      <dgm:prSet presAssocID="{EAF8587C-FA38-4074-804E-F77068876C59}" presName="spaceRect" presStyleCnt="0"/>
      <dgm:spPr/>
    </dgm:pt>
    <dgm:pt modelId="{56A468EA-59C4-4AB3-B423-2AEF66E5F024}" type="pres">
      <dgm:prSet presAssocID="{EAF8587C-FA38-4074-804E-F77068876C5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4A8BB0A-82AC-4C82-8D52-1DF24EF9FC28}" type="presOf" srcId="{F089B281-4C78-47EB-90D6-17163CB8A0DA}" destId="{472858E8-E6C5-4078-9C47-518220F187F2}" srcOrd="0" destOrd="0" presId="urn:microsoft.com/office/officeart/2018/2/layout/IconVerticalSolidList"/>
    <dgm:cxn modelId="{0D878533-56B2-475A-9D4F-633648775406}" srcId="{3E54D9A9-A4F0-4818-85DD-8754813ABF0F}" destId="{F089B281-4C78-47EB-90D6-17163CB8A0DA}" srcOrd="0" destOrd="0" parTransId="{2C0C802C-B3E3-4E4E-92D1-BE266A2D7817}" sibTransId="{47C3C29A-DE57-4E35-BD6C-5A08C661BBEC}"/>
    <dgm:cxn modelId="{73919C45-066A-4465-806A-8B587A887E82}" type="presOf" srcId="{EAF8587C-FA38-4074-804E-F77068876C59}" destId="{56A468EA-59C4-4AB3-B423-2AEF66E5F024}" srcOrd="0" destOrd="0" presId="urn:microsoft.com/office/officeart/2018/2/layout/IconVerticalSolidList"/>
    <dgm:cxn modelId="{1B807E4B-54E2-4869-86B1-20BC42A8124F}" type="presOf" srcId="{3E54D9A9-A4F0-4818-85DD-8754813ABF0F}" destId="{A40F7DBE-40CE-44AB-A0C0-7BF0CDBA510C}" srcOrd="0" destOrd="0" presId="urn:microsoft.com/office/officeart/2018/2/layout/IconVerticalSolidList"/>
    <dgm:cxn modelId="{CBD5D66C-9ECC-424C-8790-3A62A293F5A5}" srcId="{3E54D9A9-A4F0-4818-85DD-8754813ABF0F}" destId="{EAF8587C-FA38-4074-804E-F77068876C59}" srcOrd="2" destOrd="0" parTransId="{3C458274-B72A-490F-9AD5-A346B0B6388C}" sibTransId="{C413A67C-ECFA-46E6-B52D-F7568C43BBB5}"/>
    <dgm:cxn modelId="{4A216EAD-BB92-4740-829A-52D66F2ECC88}" type="presOf" srcId="{7F2C0B81-0FEC-4EE6-95E3-B44FE6E6E947}" destId="{9825FA41-9E74-4DD2-9010-4EF60776D7DE}" srcOrd="0" destOrd="0" presId="urn:microsoft.com/office/officeart/2018/2/layout/IconVerticalSolidList"/>
    <dgm:cxn modelId="{150C6AAF-B96A-47D8-995A-1A5AF4AB44B3}" srcId="{3E54D9A9-A4F0-4818-85DD-8754813ABF0F}" destId="{7F2C0B81-0FEC-4EE6-95E3-B44FE6E6E947}" srcOrd="1" destOrd="0" parTransId="{6F5F2AC7-45A7-4E7D-88A3-60D79FA8941E}" sibTransId="{0C984164-7CCD-4DCE-9A1F-CA7C563418E3}"/>
    <dgm:cxn modelId="{A0B57B63-46EE-4DA4-812F-9CF0AE938D28}" type="presParOf" srcId="{A40F7DBE-40CE-44AB-A0C0-7BF0CDBA510C}" destId="{60EE65A8-53FA-4232-813C-AA71F21172D6}" srcOrd="0" destOrd="0" presId="urn:microsoft.com/office/officeart/2018/2/layout/IconVerticalSolidList"/>
    <dgm:cxn modelId="{3151B1B3-9331-4877-B1D0-B16715F9D539}" type="presParOf" srcId="{60EE65A8-53FA-4232-813C-AA71F21172D6}" destId="{FA89A496-4821-484D-9A1D-568BDE51B6E0}" srcOrd="0" destOrd="0" presId="urn:microsoft.com/office/officeart/2018/2/layout/IconVerticalSolidList"/>
    <dgm:cxn modelId="{A32D1CF2-F0E3-48C5-BBE4-1474C02B6929}" type="presParOf" srcId="{60EE65A8-53FA-4232-813C-AA71F21172D6}" destId="{0A65EB0D-ABCF-401B-B1A7-FEEC5E86E519}" srcOrd="1" destOrd="0" presId="urn:microsoft.com/office/officeart/2018/2/layout/IconVerticalSolidList"/>
    <dgm:cxn modelId="{9ED71A4C-84D3-429A-924C-8CDAFDB0CED2}" type="presParOf" srcId="{60EE65A8-53FA-4232-813C-AA71F21172D6}" destId="{EF3641C4-2E49-44DE-A828-36BB1FE35389}" srcOrd="2" destOrd="0" presId="urn:microsoft.com/office/officeart/2018/2/layout/IconVerticalSolidList"/>
    <dgm:cxn modelId="{651B7819-FBCC-45AE-8416-B46DD83C7066}" type="presParOf" srcId="{60EE65A8-53FA-4232-813C-AA71F21172D6}" destId="{472858E8-E6C5-4078-9C47-518220F187F2}" srcOrd="3" destOrd="0" presId="urn:microsoft.com/office/officeart/2018/2/layout/IconVerticalSolidList"/>
    <dgm:cxn modelId="{655A03E7-7C39-4824-8431-FF36A81E8432}" type="presParOf" srcId="{A40F7DBE-40CE-44AB-A0C0-7BF0CDBA510C}" destId="{1E17A818-F497-4FDD-9A4A-8F357AB50232}" srcOrd="1" destOrd="0" presId="urn:microsoft.com/office/officeart/2018/2/layout/IconVerticalSolidList"/>
    <dgm:cxn modelId="{942CD61D-A161-445F-A93B-9EF33BB55784}" type="presParOf" srcId="{A40F7DBE-40CE-44AB-A0C0-7BF0CDBA510C}" destId="{F8F7557A-AC6E-4DE6-94D3-87584786CFDD}" srcOrd="2" destOrd="0" presId="urn:microsoft.com/office/officeart/2018/2/layout/IconVerticalSolidList"/>
    <dgm:cxn modelId="{23DB1D9F-A522-4E7A-A0ED-A87D5B1D734D}" type="presParOf" srcId="{F8F7557A-AC6E-4DE6-94D3-87584786CFDD}" destId="{4B117A7C-AE30-45DD-BF56-F33F6CB0EF8F}" srcOrd="0" destOrd="0" presId="urn:microsoft.com/office/officeart/2018/2/layout/IconVerticalSolidList"/>
    <dgm:cxn modelId="{4CA7277E-6443-449F-AA32-38403DD6D1D3}" type="presParOf" srcId="{F8F7557A-AC6E-4DE6-94D3-87584786CFDD}" destId="{0DFC8CAF-62DD-4230-B632-3BD00CC63BBF}" srcOrd="1" destOrd="0" presId="urn:microsoft.com/office/officeart/2018/2/layout/IconVerticalSolidList"/>
    <dgm:cxn modelId="{1EC10A7E-4200-4164-9739-EC747A261B00}" type="presParOf" srcId="{F8F7557A-AC6E-4DE6-94D3-87584786CFDD}" destId="{078ACCE4-A7D7-45F8-80AB-EC9E6E686D59}" srcOrd="2" destOrd="0" presId="urn:microsoft.com/office/officeart/2018/2/layout/IconVerticalSolidList"/>
    <dgm:cxn modelId="{55D42269-7DBE-4662-AFCB-F2A0E2C6ABD4}" type="presParOf" srcId="{F8F7557A-AC6E-4DE6-94D3-87584786CFDD}" destId="{9825FA41-9E74-4DD2-9010-4EF60776D7DE}" srcOrd="3" destOrd="0" presId="urn:microsoft.com/office/officeart/2018/2/layout/IconVerticalSolidList"/>
    <dgm:cxn modelId="{7137F2B4-988F-4E98-8B14-6603B5C23F16}" type="presParOf" srcId="{A40F7DBE-40CE-44AB-A0C0-7BF0CDBA510C}" destId="{B4F83C20-DDF6-4133-BFFD-FE711A8280D0}" srcOrd="3" destOrd="0" presId="urn:microsoft.com/office/officeart/2018/2/layout/IconVerticalSolidList"/>
    <dgm:cxn modelId="{2B473D75-775E-44BF-BDE8-B9E8EB3C0F6F}" type="presParOf" srcId="{A40F7DBE-40CE-44AB-A0C0-7BF0CDBA510C}" destId="{869E2237-702A-4671-B4F0-46DD5336A6D4}" srcOrd="4" destOrd="0" presId="urn:microsoft.com/office/officeart/2018/2/layout/IconVerticalSolidList"/>
    <dgm:cxn modelId="{6310D71B-57EB-44B8-B080-DE8F5D6CF575}" type="presParOf" srcId="{869E2237-702A-4671-B4F0-46DD5336A6D4}" destId="{56710C4B-1038-4BC7-8DE1-CC173587BEF4}" srcOrd="0" destOrd="0" presId="urn:microsoft.com/office/officeart/2018/2/layout/IconVerticalSolidList"/>
    <dgm:cxn modelId="{C81377AE-FD7B-4650-9F81-9E6B1B82CD7C}" type="presParOf" srcId="{869E2237-702A-4671-B4F0-46DD5336A6D4}" destId="{490D7BDA-2DA2-4C02-867C-E41BB39DBE6D}" srcOrd="1" destOrd="0" presId="urn:microsoft.com/office/officeart/2018/2/layout/IconVerticalSolidList"/>
    <dgm:cxn modelId="{CAAB7F04-AE8F-499E-9E71-A3E30CCC9DED}" type="presParOf" srcId="{869E2237-702A-4671-B4F0-46DD5336A6D4}" destId="{96804D8A-F452-4BA7-91FE-1B586C6A248F}" srcOrd="2" destOrd="0" presId="urn:microsoft.com/office/officeart/2018/2/layout/IconVerticalSolidList"/>
    <dgm:cxn modelId="{79414EC3-81DB-481A-A1A3-520174695F63}" type="presParOf" srcId="{869E2237-702A-4671-B4F0-46DD5336A6D4}" destId="{56A468EA-59C4-4AB3-B423-2AEF66E5F02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A835C1-8D55-463D-B316-E18F659B8102}">
      <dsp:nvSpPr>
        <dsp:cNvPr id="0" name=""/>
        <dsp:cNvSpPr/>
      </dsp:nvSpPr>
      <dsp:spPr>
        <a:xfrm>
          <a:off x="275965" y="182871"/>
          <a:ext cx="1368756" cy="136875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8428D8-AD21-4F0C-A014-138B35247ED2}">
      <dsp:nvSpPr>
        <dsp:cNvPr id="0" name=""/>
        <dsp:cNvSpPr/>
      </dsp:nvSpPr>
      <dsp:spPr>
        <a:xfrm>
          <a:off x="563404" y="470310"/>
          <a:ext cx="793878" cy="7938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6469D1-3D46-40F5-BB4B-0602D8A57895}">
      <dsp:nvSpPr>
        <dsp:cNvPr id="0" name=""/>
        <dsp:cNvSpPr/>
      </dsp:nvSpPr>
      <dsp:spPr>
        <a:xfrm>
          <a:off x="1938026" y="182871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Git is the </a:t>
          </a:r>
          <a:r>
            <a:rPr lang="en-US" sz="2400" b="1" kern="1200"/>
            <a:t>version control system</a:t>
          </a:r>
          <a:r>
            <a:rPr lang="en-US" sz="2400" kern="1200"/>
            <a:t> that powers GitHub</a:t>
          </a:r>
        </a:p>
      </dsp:txBody>
      <dsp:txXfrm>
        <a:off x="1938026" y="182871"/>
        <a:ext cx="3226354" cy="1368756"/>
      </dsp:txXfrm>
    </dsp:sp>
    <dsp:sp modelId="{8E660238-5566-419F-AFF2-F7F801F721D5}">
      <dsp:nvSpPr>
        <dsp:cNvPr id="0" name=""/>
        <dsp:cNvSpPr/>
      </dsp:nvSpPr>
      <dsp:spPr>
        <a:xfrm>
          <a:off x="5726548" y="182871"/>
          <a:ext cx="1368756" cy="136875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CCA109-4338-44C4-81E9-2EF6CE451D3E}">
      <dsp:nvSpPr>
        <dsp:cNvPr id="0" name=""/>
        <dsp:cNvSpPr/>
      </dsp:nvSpPr>
      <dsp:spPr>
        <a:xfrm>
          <a:off x="6013987" y="470310"/>
          <a:ext cx="793878" cy="7938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F225F4-1DC0-4A50-B0F1-93A4340A1E01}">
      <dsp:nvSpPr>
        <dsp:cNvPr id="0" name=""/>
        <dsp:cNvSpPr/>
      </dsp:nvSpPr>
      <dsp:spPr>
        <a:xfrm>
          <a:off x="7388609" y="182871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Keeps snapshots of code over time</a:t>
          </a:r>
        </a:p>
      </dsp:txBody>
      <dsp:txXfrm>
        <a:off x="7388609" y="182871"/>
        <a:ext cx="3226354" cy="1368756"/>
      </dsp:txXfrm>
    </dsp:sp>
    <dsp:sp modelId="{2F2E6160-D173-495C-BE34-30332FC1893D}">
      <dsp:nvSpPr>
        <dsp:cNvPr id="0" name=""/>
        <dsp:cNvSpPr/>
      </dsp:nvSpPr>
      <dsp:spPr>
        <a:xfrm>
          <a:off x="275965" y="2187234"/>
          <a:ext cx="1368756" cy="136875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FC02A5-AD43-487A-BF69-7DA2B7F6BDAA}">
      <dsp:nvSpPr>
        <dsp:cNvPr id="0" name=""/>
        <dsp:cNvSpPr/>
      </dsp:nvSpPr>
      <dsp:spPr>
        <a:xfrm>
          <a:off x="563404" y="2474673"/>
          <a:ext cx="793878" cy="7938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1C2115-D319-49D4-9CD1-DE1CA0D1D359}">
      <dsp:nvSpPr>
        <dsp:cNvPr id="0" name=""/>
        <dsp:cNvSpPr/>
      </dsp:nvSpPr>
      <dsp:spPr>
        <a:xfrm>
          <a:off x="1938026" y="2187234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Allows you to </a:t>
          </a:r>
          <a:r>
            <a:rPr lang="en-US" sz="2400" b="1" kern="1200"/>
            <a:t>revert</a:t>
          </a:r>
          <a:r>
            <a:rPr lang="en-US" sz="2400" kern="1200"/>
            <a:t>, </a:t>
          </a:r>
          <a:r>
            <a:rPr lang="en-US" sz="2400" b="1" kern="1200"/>
            <a:t>branch</a:t>
          </a:r>
          <a:r>
            <a:rPr lang="en-US" sz="2400" kern="1200"/>
            <a:t>, and </a:t>
          </a:r>
          <a:r>
            <a:rPr lang="en-US" sz="2400" b="1" kern="1200"/>
            <a:t>merge</a:t>
          </a:r>
          <a:r>
            <a:rPr lang="en-US" sz="2400" kern="1200"/>
            <a:t> safely</a:t>
          </a:r>
        </a:p>
      </dsp:txBody>
      <dsp:txXfrm>
        <a:off x="1938026" y="2187234"/>
        <a:ext cx="3226354" cy="1368756"/>
      </dsp:txXfrm>
    </dsp:sp>
    <dsp:sp modelId="{9098979F-97D3-464D-B473-25B69B584453}">
      <dsp:nvSpPr>
        <dsp:cNvPr id="0" name=""/>
        <dsp:cNvSpPr/>
      </dsp:nvSpPr>
      <dsp:spPr>
        <a:xfrm>
          <a:off x="5726548" y="2187234"/>
          <a:ext cx="1368756" cy="136875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91F232-9352-419C-8DFA-7BD4FA456D28}">
      <dsp:nvSpPr>
        <dsp:cNvPr id="0" name=""/>
        <dsp:cNvSpPr/>
      </dsp:nvSpPr>
      <dsp:spPr>
        <a:xfrm>
          <a:off x="6013987" y="2474673"/>
          <a:ext cx="793878" cy="7938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C1D411-FA72-4044-BA93-9EBA7B38F3F8}">
      <dsp:nvSpPr>
        <dsp:cNvPr id="0" name=""/>
        <dsp:cNvSpPr/>
      </dsp:nvSpPr>
      <dsp:spPr>
        <a:xfrm>
          <a:off x="7388609" y="2187234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Runs locally — GitHub is just the </a:t>
          </a:r>
          <a:r>
            <a:rPr lang="en-US" sz="2400" b="1" kern="1200"/>
            <a:t>cloud hosting layer</a:t>
          </a:r>
          <a:endParaRPr lang="en-US" sz="2400" kern="1200"/>
        </a:p>
      </dsp:txBody>
      <dsp:txXfrm>
        <a:off x="7388609" y="2187234"/>
        <a:ext cx="3226354" cy="13687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CC7277-B286-4643-9C67-801AF54EF726}">
      <dsp:nvSpPr>
        <dsp:cNvPr id="0" name=""/>
        <dsp:cNvSpPr/>
      </dsp:nvSpPr>
      <dsp:spPr>
        <a:xfrm>
          <a:off x="0" y="3993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1A8A72-3755-4E55-AA07-F829F0C2FE3E}">
      <dsp:nvSpPr>
        <dsp:cNvPr id="0" name=""/>
        <dsp:cNvSpPr/>
      </dsp:nvSpPr>
      <dsp:spPr>
        <a:xfrm>
          <a:off x="257290" y="195365"/>
          <a:ext cx="467800" cy="467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A7AE3D-A5CD-45F0-9FE9-E353A9178259}">
      <dsp:nvSpPr>
        <dsp:cNvPr id="0" name=""/>
        <dsp:cNvSpPr/>
      </dsp:nvSpPr>
      <dsp:spPr>
        <a:xfrm>
          <a:off x="982380" y="3993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Creating a repository</a:t>
          </a:r>
        </a:p>
      </dsp:txBody>
      <dsp:txXfrm>
        <a:off x="982380" y="3993"/>
        <a:ext cx="6234035" cy="850545"/>
      </dsp:txXfrm>
    </dsp:sp>
    <dsp:sp modelId="{5A136CB9-4E14-4E46-9AEA-6E923CB8D847}">
      <dsp:nvSpPr>
        <dsp:cNvPr id="0" name=""/>
        <dsp:cNvSpPr/>
      </dsp:nvSpPr>
      <dsp:spPr>
        <a:xfrm>
          <a:off x="0" y="1067175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DDCD1-2BAD-4E28-967F-62CED1EBDF2E}">
      <dsp:nvSpPr>
        <dsp:cNvPr id="0" name=""/>
        <dsp:cNvSpPr/>
      </dsp:nvSpPr>
      <dsp:spPr>
        <a:xfrm>
          <a:off x="257290" y="1258547"/>
          <a:ext cx="467800" cy="467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3877AA-658C-43EC-AD0D-BBC94611C100}">
      <dsp:nvSpPr>
        <dsp:cNvPr id="0" name=""/>
        <dsp:cNvSpPr/>
      </dsp:nvSpPr>
      <dsp:spPr>
        <a:xfrm>
          <a:off x="982380" y="1067175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Cloning it locally</a:t>
          </a:r>
        </a:p>
      </dsp:txBody>
      <dsp:txXfrm>
        <a:off x="982380" y="1067175"/>
        <a:ext cx="6234035" cy="850545"/>
      </dsp:txXfrm>
    </dsp:sp>
    <dsp:sp modelId="{6561F942-B582-4D61-9480-6D60B849410D}">
      <dsp:nvSpPr>
        <dsp:cNvPr id="0" name=""/>
        <dsp:cNvSpPr/>
      </dsp:nvSpPr>
      <dsp:spPr>
        <a:xfrm>
          <a:off x="0" y="2130357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222DD0-87EF-4001-B913-6473E5612DB9}">
      <dsp:nvSpPr>
        <dsp:cNvPr id="0" name=""/>
        <dsp:cNvSpPr/>
      </dsp:nvSpPr>
      <dsp:spPr>
        <a:xfrm>
          <a:off x="257290" y="2321729"/>
          <a:ext cx="467800" cy="467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002C7D-71F2-497E-9710-D01A8A6D02EB}">
      <dsp:nvSpPr>
        <dsp:cNvPr id="0" name=""/>
        <dsp:cNvSpPr/>
      </dsp:nvSpPr>
      <dsp:spPr>
        <a:xfrm>
          <a:off x="982380" y="2130357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Making and committing changes</a:t>
          </a:r>
        </a:p>
      </dsp:txBody>
      <dsp:txXfrm>
        <a:off x="982380" y="2130357"/>
        <a:ext cx="6234035" cy="850545"/>
      </dsp:txXfrm>
    </dsp:sp>
    <dsp:sp modelId="{8DDE558A-F652-42D4-B353-D6FA30AEB880}">
      <dsp:nvSpPr>
        <dsp:cNvPr id="0" name=""/>
        <dsp:cNvSpPr/>
      </dsp:nvSpPr>
      <dsp:spPr>
        <a:xfrm>
          <a:off x="0" y="3193539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4CD901-A5EC-428C-B93B-4E25487FB60D}">
      <dsp:nvSpPr>
        <dsp:cNvPr id="0" name=""/>
        <dsp:cNvSpPr/>
      </dsp:nvSpPr>
      <dsp:spPr>
        <a:xfrm>
          <a:off x="257290" y="3384911"/>
          <a:ext cx="467800" cy="4678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49251D-278F-4AF0-8274-3578422EA147}">
      <dsp:nvSpPr>
        <dsp:cNvPr id="0" name=""/>
        <dsp:cNvSpPr/>
      </dsp:nvSpPr>
      <dsp:spPr>
        <a:xfrm>
          <a:off x="982380" y="3193539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Pushing to GitHub</a:t>
          </a:r>
        </a:p>
      </dsp:txBody>
      <dsp:txXfrm>
        <a:off x="982380" y="3193539"/>
        <a:ext cx="6234035" cy="850545"/>
      </dsp:txXfrm>
    </dsp:sp>
    <dsp:sp modelId="{53AD4EC7-09EC-43DC-A110-77AD7628F782}">
      <dsp:nvSpPr>
        <dsp:cNvPr id="0" name=""/>
        <dsp:cNvSpPr/>
      </dsp:nvSpPr>
      <dsp:spPr>
        <a:xfrm>
          <a:off x="0" y="4256721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E9CC7C-5BD9-40D2-821B-C4298DA80802}">
      <dsp:nvSpPr>
        <dsp:cNvPr id="0" name=""/>
        <dsp:cNvSpPr/>
      </dsp:nvSpPr>
      <dsp:spPr>
        <a:xfrm>
          <a:off x="257290" y="4448093"/>
          <a:ext cx="467800" cy="4678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17B168-C20E-476A-AB37-B3287C6B8AA7}">
      <dsp:nvSpPr>
        <dsp:cNvPr id="0" name=""/>
        <dsp:cNvSpPr/>
      </dsp:nvSpPr>
      <dsp:spPr>
        <a:xfrm>
          <a:off x="982380" y="4256721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Branching and Merging</a:t>
          </a:r>
        </a:p>
      </dsp:txBody>
      <dsp:txXfrm>
        <a:off x="982380" y="4256721"/>
        <a:ext cx="6234035" cy="8505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7BF4E7-606B-4400-B7D7-972B25A82EF9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61DF5B-DD53-4F53-8586-CA7A30C854F8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3FE835-69F3-4DD0-BB33-2E52164B0042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 </a:t>
          </a:r>
          <a:r>
            <a:rPr lang="en-US" sz="2500" b="1" kern="1200"/>
            <a:t>Repository</a:t>
          </a:r>
          <a:r>
            <a:rPr lang="en-US" sz="2500" kern="1200"/>
            <a:t>, or Repo for short, is where your project lives. Think of it like a folder/directory</a:t>
          </a:r>
        </a:p>
      </dsp:txBody>
      <dsp:txXfrm>
        <a:off x="1686304" y="623"/>
        <a:ext cx="5530111" cy="1460003"/>
      </dsp:txXfrm>
    </dsp:sp>
    <dsp:sp modelId="{EF8F466F-9973-4160-85C9-4C7E7234E331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5311D1-28E4-4D9B-AD1F-085A6E62E334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40427D-46BE-4A56-A699-1E351E7B091F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 create one, go to github.com, click “</a:t>
          </a:r>
          <a:r>
            <a:rPr lang="en-US" sz="2500" b="1" kern="1200"/>
            <a:t>New</a:t>
          </a:r>
          <a:r>
            <a:rPr lang="en-US" sz="2500" kern="1200"/>
            <a:t>” to begin setting up a repo.</a:t>
          </a:r>
        </a:p>
      </dsp:txBody>
      <dsp:txXfrm>
        <a:off x="1686304" y="1825628"/>
        <a:ext cx="5530111" cy="1460003"/>
      </dsp:txXfrm>
    </dsp:sp>
    <dsp:sp modelId="{99AAEB1A-5752-4867-B1DA-A9AE28B82549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AB6AF7-E424-4811-AB6C-A2BC389B4C81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A29E19-4472-407D-B037-8F1BE31380A7}">
      <dsp:nvSpPr>
        <dsp:cNvPr id="0" name=""/>
        <dsp:cNvSpPr/>
      </dsp:nvSpPr>
      <dsp:spPr>
        <a:xfrm>
          <a:off x="1686304" y="3650632"/>
          <a:ext cx="3247387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Things to Consider:</a:t>
          </a:r>
        </a:p>
      </dsp:txBody>
      <dsp:txXfrm>
        <a:off x="1686304" y="3650632"/>
        <a:ext cx="3247387" cy="1460003"/>
      </dsp:txXfrm>
    </dsp:sp>
    <dsp:sp modelId="{A57A4FDC-9F7D-4B15-934D-0296CC565959}">
      <dsp:nvSpPr>
        <dsp:cNvPr id="0" name=""/>
        <dsp:cNvSpPr/>
      </dsp:nvSpPr>
      <dsp:spPr>
        <a:xfrm>
          <a:off x="4933691" y="3650632"/>
          <a:ext cx="2282724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Public vs. Private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README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.gitignore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Licensing</a:t>
          </a:r>
        </a:p>
      </dsp:txBody>
      <dsp:txXfrm>
        <a:off x="4933691" y="3650632"/>
        <a:ext cx="2282724" cy="14600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89A496-4821-484D-9A1D-568BDE51B6E0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65EB0D-ABCF-401B-B1A7-FEEC5E86E519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2858E8-E6C5-4078-9C47-518220F187F2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Updates your local repository with changes from GitHub (usually from the main branch)</a:t>
          </a:r>
        </a:p>
      </dsp:txBody>
      <dsp:txXfrm>
        <a:off x="1686304" y="623"/>
        <a:ext cx="5530111" cy="1460003"/>
      </dsp:txXfrm>
    </dsp:sp>
    <dsp:sp modelId="{4B117A7C-AE30-45DD-BF56-F33F6CB0EF8F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FC8CAF-62DD-4230-B632-3BD00CC63BBF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25FA41-9E74-4DD2-9010-4EF60776D7DE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git pull origin main (changes are pulled from main here, but they could be a branch instead)</a:t>
          </a:r>
        </a:p>
      </dsp:txBody>
      <dsp:txXfrm>
        <a:off x="1686304" y="1825628"/>
        <a:ext cx="5530111" cy="1460003"/>
      </dsp:txXfrm>
    </dsp:sp>
    <dsp:sp modelId="{56710C4B-1038-4BC7-8DE1-CC173587BEF4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0D7BDA-2DA2-4C02-867C-E41BB39DBE6D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468EA-59C4-4AB3-B423-2AEF66E5F024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git fetch (updates your repository, but not your codespace. A bit safer)</a:t>
          </a:r>
        </a:p>
      </dsp:txBody>
      <dsp:txXfrm>
        <a:off x="1686304" y="3650632"/>
        <a:ext cx="5530111" cy="14600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818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77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787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367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545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76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6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43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54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31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06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116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download/wi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101010 data lines to infinity">
            <a:extLst>
              <a:ext uri="{FF2B5EF4-FFF2-40B4-BE49-F238E27FC236}">
                <a16:creationId xmlns:a16="http://schemas.microsoft.com/office/drawing/2014/main" id="{3CDABF15-E24C-E82C-05F1-2A247EB9BA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2102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25BF72-DFF9-869F-EE32-33A842570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GitHub 101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0A6C3-DB24-00CF-1027-0B868A2C0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anchor="t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By: Nicholas Corcoran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1210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1" name="Rectangle 104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FA2E80-2F3A-CA6D-3BC3-AE2138FF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anchor="t">
            <a:normAutofit/>
          </a:bodyPr>
          <a:lstStyle/>
          <a:p>
            <a:r>
              <a:rPr lang="en-US" sz="3600"/>
              <a:t>What is GitHub?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50B7A-C71C-5364-B301-EE48E56CA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176036"/>
            <a:ext cx="4261104" cy="4121887"/>
          </a:xfrm>
        </p:spPr>
        <p:txBody>
          <a:bodyPr>
            <a:normAutofit/>
          </a:bodyPr>
          <a:lstStyle/>
          <a:p>
            <a:r>
              <a:rPr lang="en-US"/>
              <a:t>Cloud-based developer platform for hosting and managing code</a:t>
            </a:r>
          </a:p>
          <a:p>
            <a:r>
              <a:rPr lang="en-US"/>
              <a:t>Built around </a:t>
            </a:r>
            <a:r>
              <a:rPr lang="en-US" b="1"/>
              <a:t>Git</a:t>
            </a:r>
            <a:r>
              <a:rPr lang="en-US"/>
              <a:t>, an open-source </a:t>
            </a:r>
            <a:r>
              <a:rPr lang="en-US" b="1"/>
              <a:t>version control system (VCS)</a:t>
            </a:r>
            <a:endParaRPr lang="en-US"/>
          </a:p>
          <a:p>
            <a:r>
              <a:rPr lang="en-US"/>
              <a:t>Enables </a:t>
            </a:r>
            <a:r>
              <a:rPr lang="en-US" b="1"/>
              <a:t>collaboration</a:t>
            </a:r>
            <a:r>
              <a:rPr lang="en-US"/>
              <a:t>, </a:t>
            </a:r>
            <a:r>
              <a:rPr lang="en-US" b="1"/>
              <a:t>branching</a:t>
            </a:r>
            <a:r>
              <a:rPr lang="en-US"/>
              <a:t>, and </a:t>
            </a:r>
            <a:r>
              <a:rPr lang="en-US" b="1"/>
              <a:t>version history</a:t>
            </a:r>
            <a:endParaRPr lang="en-US"/>
          </a:p>
          <a:p>
            <a:r>
              <a:rPr lang="en-US"/>
              <a:t>Used by individuals, teams, and open-source communities</a:t>
            </a:r>
          </a:p>
        </p:txBody>
      </p:sp>
      <p:pic>
        <p:nvPicPr>
          <p:cNvPr id="1027" name="Picture 3" descr="Collaborative Coding with Git">
            <a:extLst>
              <a:ext uri="{FF2B5EF4-FFF2-40B4-BE49-F238E27FC236}">
                <a16:creationId xmlns:a16="http://schemas.microsoft.com/office/drawing/2014/main" id="{8EB2CC20-AE88-4EFE-93AC-4599B3CD2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80" r="12104" b="-2"/>
          <a:stretch>
            <a:fillRect/>
          </a:stretch>
        </p:blipFill>
        <p:spPr bwMode="auto">
          <a:xfrm>
            <a:off x="5671128" y="914399"/>
            <a:ext cx="6520872" cy="535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008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CF80E7-7E4E-F242-9B06-71A4FB1AF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What is Git?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CA74EE-B619-C69B-7833-7FBD5DC494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514486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0740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C04D-782A-E94B-A2E9-24F389BEB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I use GitHub?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143A7-1531-51C6-48D0-714D14522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Industry-standard tool for version control</a:t>
            </a:r>
          </a:p>
          <a:p>
            <a:r>
              <a:rPr lang="en-US" dirty="0"/>
              <a:t>Tracks all code changes (who, when, why)</a:t>
            </a:r>
          </a:p>
          <a:p>
            <a:r>
              <a:rPr lang="en-US" dirty="0"/>
              <a:t>Simplifies teamwork and collaboration</a:t>
            </a:r>
          </a:p>
          <a:p>
            <a:r>
              <a:rPr lang="en-US" dirty="0"/>
              <a:t>Integrates with IDEs like </a:t>
            </a:r>
            <a:r>
              <a:rPr lang="en-US" b="1" dirty="0"/>
              <a:t>VS Code</a:t>
            </a:r>
          </a:p>
          <a:p>
            <a:r>
              <a:rPr lang="en-US" dirty="0"/>
              <a:t>Provides tools for </a:t>
            </a:r>
            <a:r>
              <a:rPr lang="en-US" b="1" dirty="0"/>
              <a:t>issues</a:t>
            </a:r>
            <a:r>
              <a:rPr lang="en-US" dirty="0"/>
              <a:t>, </a:t>
            </a:r>
            <a:r>
              <a:rPr lang="en-US" b="1" dirty="0"/>
              <a:t>pull requests</a:t>
            </a:r>
            <a:r>
              <a:rPr lang="en-US" dirty="0"/>
              <a:t>, </a:t>
            </a:r>
            <a:r>
              <a:rPr lang="en-US" b="1" dirty="0"/>
              <a:t>actions (CI/CD)</a:t>
            </a:r>
            <a:r>
              <a:rPr lang="en-US" dirty="0"/>
              <a:t>, and </a:t>
            </a:r>
            <a:r>
              <a:rPr lang="en-US" b="1" dirty="0"/>
              <a:t>documentation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329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9FA5F7-E8AA-2367-9B3D-531EB1F4C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What we’ll cover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150682-8DB1-CB39-8616-01D9520417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0077715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2956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5B48E-1092-322D-B37E-144ADCAB8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D619B-F227-F1B7-0AEC-90C76C91B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Git before using GitHub:</a:t>
            </a:r>
          </a:p>
          <a:p>
            <a:pPr lvl="1"/>
            <a:r>
              <a:rPr lang="en-US" dirty="0"/>
              <a:t>Windows: </a:t>
            </a:r>
            <a:r>
              <a:rPr lang="en-US" dirty="0">
                <a:hlinkClick r:id="rId2"/>
              </a:rPr>
              <a:t>https://git-scm.com/download/win</a:t>
            </a:r>
            <a:endParaRPr lang="en-US" dirty="0"/>
          </a:p>
          <a:p>
            <a:pPr lvl="1"/>
            <a:r>
              <a:rPr lang="en-US" dirty="0"/>
              <a:t>Mac: </a:t>
            </a:r>
            <a:r>
              <a:rPr lang="en-US" dirty="0" err="1"/>
              <a:t>xcode</a:t>
            </a:r>
            <a:r>
              <a:rPr lang="en-US" dirty="0"/>
              <a:t>-select –install</a:t>
            </a:r>
          </a:p>
          <a:p>
            <a:pPr lvl="1"/>
            <a:r>
              <a:rPr lang="en-US" dirty="0"/>
              <a:t>Linux: </a:t>
            </a:r>
            <a:r>
              <a:rPr lang="en-US" dirty="0" err="1"/>
              <a:t>sudo</a:t>
            </a:r>
            <a:r>
              <a:rPr lang="en-US" dirty="0"/>
              <a:t> apt install git-all</a:t>
            </a:r>
          </a:p>
          <a:p>
            <a:r>
              <a:rPr lang="en-US" dirty="0"/>
              <a:t>You can use git with a desktop app, or from the terminal, which is what we’re going to do</a:t>
            </a:r>
          </a:p>
          <a:p>
            <a:pPr marL="265176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014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7353C-0A99-F708-214A-547C9C549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Creating a Repository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4E0E37-F5C1-51F5-A2A3-F31DB27DB1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9503613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5354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7E481D-7271-42BF-0BA6-89815A629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en-US" dirty="0"/>
              <a:t>Cloning a Repository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893601-CFA7-926C-E77B-E4919572C7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68" r="44087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2B53B-3907-3F02-99AD-0F007EC47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/>
              <a:t>Cloning a repository lets you establish a mirror image of a codebase on your machine, so that you can make (push) or receive (pull/fetch) changes</a:t>
            </a:r>
          </a:p>
          <a:p>
            <a:pPr>
              <a:lnSpc>
                <a:spcPct val="110000"/>
              </a:lnSpc>
            </a:pPr>
            <a:r>
              <a:rPr lang="en-US"/>
              <a:t>Copy the HTTPS link of your repo from GitHub</a:t>
            </a:r>
          </a:p>
          <a:p>
            <a:pPr>
              <a:lnSpc>
                <a:spcPct val="110000"/>
              </a:lnSpc>
            </a:pPr>
            <a:r>
              <a:rPr lang="en-US"/>
              <a:t>Then type:</a:t>
            </a:r>
          </a:p>
          <a:p>
            <a:pPr lvl="1">
              <a:lnSpc>
                <a:spcPct val="110000"/>
              </a:lnSpc>
            </a:pPr>
            <a:r>
              <a:rPr lang="en-US"/>
              <a:t>git clone &lt;your_url&gt;</a:t>
            </a:r>
          </a:p>
          <a:p>
            <a:pPr lvl="1">
              <a:lnSpc>
                <a:spcPct val="110000"/>
              </a:lnSpc>
            </a:pPr>
            <a:r>
              <a:rPr lang="en-US"/>
              <a:t>cd &lt;your_repo&gt;</a:t>
            </a:r>
          </a:p>
          <a:p>
            <a:pPr lvl="1">
              <a:lnSpc>
                <a:spcPct val="110000"/>
              </a:lnSpc>
            </a:pPr>
            <a:r>
              <a:rPr lang="en-US"/>
              <a:t>git config --global user.name "Your Name”</a:t>
            </a:r>
          </a:p>
          <a:p>
            <a:pPr lvl="1">
              <a:lnSpc>
                <a:spcPct val="110000"/>
              </a:lnSpc>
            </a:pPr>
            <a:r>
              <a:rPr lang="en-US"/>
              <a:t>git config --global user.email "you@example.com"</a:t>
            </a:r>
          </a:p>
        </p:txBody>
      </p:sp>
    </p:spTree>
    <p:extLst>
      <p:ext uri="{BB962C8B-B14F-4D97-AF65-F5344CB8AC3E}">
        <p14:creationId xmlns:p14="http://schemas.microsoft.com/office/powerpoint/2010/main" val="1527847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2E6A0-33E9-26CE-6BD9-0387C4FA0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n-US" dirty="0"/>
              <a:t>Making and Committing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F32F8-35CE-1582-8E10-C487C9C98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anchor="t">
            <a:normAutofit/>
          </a:bodyPr>
          <a:lstStyle/>
          <a:p>
            <a:r>
              <a:rPr lang="en-US" dirty="0"/>
              <a:t>When the code that you have recently worked on is all set, you stage a commit</a:t>
            </a:r>
          </a:p>
          <a:p>
            <a:r>
              <a:rPr lang="en-US" dirty="0"/>
              <a:t>Type:</a:t>
            </a:r>
          </a:p>
          <a:p>
            <a:pPr lvl="1"/>
            <a:r>
              <a:rPr lang="en-US" dirty="0"/>
              <a:t>git add . (or specific file names - . Means all)</a:t>
            </a:r>
          </a:p>
          <a:p>
            <a:pPr lvl="1"/>
            <a:r>
              <a:rPr lang="en-US" dirty="0"/>
              <a:t>git commit –m “A useful message about what was changed”</a:t>
            </a:r>
          </a:p>
          <a:p>
            <a:pPr lvl="1"/>
            <a:r>
              <a:rPr lang="en-US" dirty="0"/>
              <a:t>git status (displays status of working directory and staging area)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694E1F-471C-4340-BE4B-28F2BF7D7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78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88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8257D6-D0CB-4D09-D09F-C19CD5979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Push it real good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B77F2-DCA0-83E6-2F22-6B7571AB3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r>
              <a:rPr lang="en-US" dirty="0"/>
              <a:t>Pushing refers to the process of uploading your </a:t>
            </a:r>
            <a:r>
              <a:rPr lang="en-US" b="1" dirty="0"/>
              <a:t>LOCAL</a:t>
            </a:r>
            <a:r>
              <a:rPr lang="en-US" dirty="0"/>
              <a:t> repository’s committed changes to the </a:t>
            </a:r>
            <a:r>
              <a:rPr lang="en-US" b="1" dirty="0"/>
              <a:t>REMOTE</a:t>
            </a:r>
            <a:r>
              <a:rPr lang="en-US" dirty="0"/>
              <a:t> repository that everyone else pulls from</a:t>
            </a:r>
          </a:p>
          <a:p>
            <a:r>
              <a:rPr lang="en-US" dirty="0"/>
              <a:t>Git push origin &lt;</a:t>
            </a:r>
            <a:r>
              <a:rPr lang="en-US" dirty="0" err="1"/>
              <a:t>your_branch</a:t>
            </a:r>
            <a:r>
              <a:rPr lang="en-US" dirty="0"/>
              <a:t>&gt;</a:t>
            </a:r>
          </a:p>
          <a:p>
            <a:r>
              <a:rPr lang="en-US" dirty="0"/>
              <a:t>Pushing to </a:t>
            </a:r>
            <a:r>
              <a:rPr lang="en-US" b="1" dirty="0"/>
              <a:t>main</a:t>
            </a:r>
            <a:r>
              <a:rPr lang="en-US" dirty="0"/>
              <a:t> or </a:t>
            </a:r>
            <a:r>
              <a:rPr lang="en-US" b="1" dirty="0"/>
              <a:t>master</a:t>
            </a:r>
            <a:r>
              <a:rPr lang="en-US" dirty="0"/>
              <a:t> is generally not a good idea. If something doesn’t work completely, and it gets pushed to the main branch for everyone to pull and do their own work on, things get ugly fast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208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2AC77-DD24-26D6-A5FE-DABF8A02C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/>
              <a:t>Branching and Merging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5AB0B-FC08-6E45-6498-5D760D0E0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r>
              <a:rPr lang="en-US" dirty="0"/>
              <a:t>Use </a:t>
            </a:r>
            <a:r>
              <a:rPr lang="en-US" b="1" dirty="0"/>
              <a:t>Branches</a:t>
            </a:r>
            <a:r>
              <a:rPr lang="en-US" dirty="0"/>
              <a:t> to safely develop and track new features. Branching takes a copy of the original </a:t>
            </a:r>
            <a:r>
              <a:rPr lang="en-US" dirty="0" err="1"/>
              <a:t>codespace</a:t>
            </a:r>
            <a:r>
              <a:rPr lang="en-US" dirty="0"/>
              <a:t>, makes a copy, and allows you to freely work on it. If something breaks, it only affects the branch, not the original </a:t>
            </a:r>
            <a:r>
              <a:rPr lang="en-US" dirty="0" err="1"/>
              <a:t>codespace</a:t>
            </a:r>
            <a:endParaRPr lang="en-US" dirty="0"/>
          </a:p>
          <a:p>
            <a:r>
              <a:rPr lang="en-US" dirty="0"/>
              <a:t>git branch </a:t>
            </a:r>
            <a:r>
              <a:rPr lang="en-US" dirty="0" err="1"/>
              <a:t>feature_xyz</a:t>
            </a:r>
            <a:r>
              <a:rPr lang="en-US" dirty="0"/>
              <a:t> (makes the branch)</a:t>
            </a:r>
          </a:p>
          <a:p>
            <a:r>
              <a:rPr lang="en-US" dirty="0"/>
              <a:t>git checkout </a:t>
            </a:r>
            <a:r>
              <a:rPr lang="en-US" dirty="0" err="1"/>
              <a:t>feature_xyz</a:t>
            </a:r>
            <a:r>
              <a:rPr lang="en-US" dirty="0"/>
              <a:t> (makes the specified branch </a:t>
            </a:r>
            <a:r>
              <a:rPr lang="en-US" b="1" dirty="0"/>
              <a:t>your</a:t>
            </a:r>
            <a:r>
              <a:rPr lang="en-US" dirty="0"/>
              <a:t> working branch)</a:t>
            </a:r>
          </a:p>
          <a:p>
            <a:r>
              <a:rPr lang="en-US" dirty="0"/>
              <a:t>git merge </a:t>
            </a:r>
            <a:r>
              <a:rPr lang="en-US" dirty="0" err="1"/>
              <a:t>feature_xyz</a:t>
            </a:r>
            <a:r>
              <a:rPr lang="en-US" dirty="0"/>
              <a:t> (merges changes into main branch. Be CAREFUL)</a:t>
            </a:r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159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947CE3-29EC-9212-746B-31E8B1644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Pull and Fetch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4A1B56-57DA-28A4-5B00-5E88731549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4767318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6016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86" name="Straight Connector 3085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87" name="Rectangle 3086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88" name="Rectangle 3087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version control - What is the difference between 'git pull ...">
            <a:extLst>
              <a:ext uri="{FF2B5EF4-FFF2-40B4-BE49-F238E27FC236}">
                <a16:creationId xmlns:a16="http://schemas.microsoft.com/office/drawing/2014/main" id="{B5E5D546-F3D8-05B3-8643-8AF882EBD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2" r="4021" b="-3"/>
          <a:stretch>
            <a:fillRect/>
          </a:stretch>
        </p:blipFill>
        <p:spPr bwMode="auto">
          <a:xfrm>
            <a:off x="990599" y="994180"/>
            <a:ext cx="10221541" cy="4871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85" name="Straight Connector 3084">
            <a:extLst>
              <a:ext uri="{FF2B5EF4-FFF2-40B4-BE49-F238E27FC236}">
                <a16:creationId xmlns:a16="http://schemas.microsoft.com/office/drawing/2014/main" id="{9AE2764D-E1C7-4C0E-A5A4-12411550A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0600" y="5865398"/>
            <a:ext cx="1022154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62691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3899</TotalTime>
  <Words>624</Words>
  <Application>Microsoft Office PowerPoint</Application>
  <PresentationFormat>Widescreen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Grandview Display</vt:lpstr>
      <vt:lpstr>DashVTI</vt:lpstr>
      <vt:lpstr>GitHub 101</vt:lpstr>
      <vt:lpstr>What is GitHub?</vt:lpstr>
      <vt:lpstr>What is Git?</vt:lpstr>
      <vt:lpstr>Why should I use GitHub?</vt:lpstr>
      <vt:lpstr>What we’ll cover</vt:lpstr>
      <vt:lpstr>Installing Git</vt:lpstr>
      <vt:lpstr>Creating a Repository</vt:lpstr>
      <vt:lpstr>Cloning a Repository</vt:lpstr>
      <vt:lpstr>Making and Committing Changes</vt:lpstr>
      <vt:lpstr>Push it real good</vt:lpstr>
      <vt:lpstr>Branching and Merging</vt:lpstr>
      <vt:lpstr>Pull and Fetch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Corcoran</dc:creator>
  <cp:lastModifiedBy>Nicholas Corcoran</cp:lastModifiedBy>
  <cp:revision>1</cp:revision>
  <dcterms:created xsi:type="dcterms:W3CDTF">2025-10-06T01:20:52Z</dcterms:created>
  <dcterms:modified xsi:type="dcterms:W3CDTF">2025-10-08T18:20:41Z</dcterms:modified>
</cp:coreProperties>
</file>